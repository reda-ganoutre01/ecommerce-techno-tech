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39" d="100"/>
          <a:sy n="39" d="100"/>
        </p:scale>
        <p:origin x="1176" y="1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00BE6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9071" y="689152"/>
            <a:ext cx="1204595" cy="1071880"/>
          </a:xfrm>
          <a:custGeom>
            <a:avLst/>
            <a:gdLst/>
            <a:ahLst/>
            <a:cxnLst/>
            <a:rect l="l" t="t" r="r" b="b"/>
            <a:pathLst>
              <a:path w="1204595" h="1071880">
                <a:moveTo>
                  <a:pt x="1204188" y="537654"/>
                </a:moveTo>
                <a:lnTo>
                  <a:pt x="1004633" y="277444"/>
                </a:lnTo>
                <a:lnTo>
                  <a:pt x="998220" y="265303"/>
                </a:lnTo>
                <a:lnTo>
                  <a:pt x="973353" y="226745"/>
                </a:lnTo>
                <a:lnTo>
                  <a:pt x="945375" y="190550"/>
                </a:lnTo>
                <a:lnTo>
                  <a:pt x="914463" y="156895"/>
                </a:lnTo>
                <a:lnTo>
                  <a:pt x="880808" y="125984"/>
                </a:lnTo>
                <a:lnTo>
                  <a:pt x="844613" y="97993"/>
                </a:lnTo>
                <a:lnTo>
                  <a:pt x="806043" y="73139"/>
                </a:lnTo>
                <a:lnTo>
                  <a:pt x="765314" y="51574"/>
                </a:lnTo>
                <a:lnTo>
                  <a:pt x="722591" y="33515"/>
                </a:lnTo>
                <a:lnTo>
                  <a:pt x="678078" y="19138"/>
                </a:lnTo>
                <a:lnTo>
                  <a:pt x="631964" y="8623"/>
                </a:lnTo>
                <a:lnTo>
                  <a:pt x="584441" y="2184"/>
                </a:lnTo>
                <a:lnTo>
                  <a:pt x="535686" y="0"/>
                </a:lnTo>
                <a:lnTo>
                  <a:pt x="486918" y="2184"/>
                </a:lnTo>
                <a:lnTo>
                  <a:pt x="439394" y="8623"/>
                </a:lnTo>
                <a:lnTo>
                  <a:pt x="393280" y="19138"/>
                </a:lnTo>
                <a:lnTo>
                  <a:pt x="348767" y="33515"/>
                </a:lnTo>
                <a:lnTo>
                  <a:pt x="306044" y="51574"/>
                </a:lnTo>
                <a:lnTo>
                  <a:pt x="265315" y="73139"/>
                </a:lnTo>
                <a:lnTo>
                  <a:pt x="226745" y="97993"/>
                </a:lnTo>
                <a:lnTo>
                  <a:pt x="190550" y="125984"/>
                </a:lnTo>
                <a:lnTo>
                  <a:pt x="156895" y="156895"/>
                </a:lnTo>
                <a:lnTo>
                  <a:pt x="125984" y="190550"/>
                </a:lnTo>
                <a:lnTo>
                  <a:pt x="98005" y="226745"/>
                </a:lnTo>
                <a:lnTo>
                  <a:pt x="73139" y="265303"/>
                </a:lnTo>
                <a:lnTo>
                  <a:pt x="51574" y="306044"/>
                </a:lnTo>
                <a:lnTo>
                  <a:pt x="33515" y="348754"/>
                </a:lnTo>
                <a:lnTo>
                  <a:pt x="19138" y="393268"/>
                </a:lnTo>
                <a:lnTo>
                  <a:pt x="8636" y="439381"/>
                </a:lnTo>
                <a:lnTo>
                  <a:pt x="2184" y="486918"/>
                </a:lnTo>
                <a:lnTo>
                  <a:pt x="0" y="535673"/>
                </a:lnTo>
                <a:lnTo>
                  <a:pt x="2184" y="584428"/>
                </a:lnTo>
                <a:lnTo>
                  <a:pt x="8636" y="631964"/>
                </a:lnTo>
                <a:lnTo>
                  <a:pt x="19138" y="678078"/>
                </a:lnTo>
                <a:lnTo>
                  <a:pt x="33515" y="722591"/>
                </a:lnTo>
                <a:lnTo>
                  <a:pt x="51574" y="765314"/>
                </a:lnTo>
                <a:lnTo>
                  <a:pt x="73139" y="806043"/>
                </a:lnTo>
                <a:lnTo>
                  <a:pt x="98005" y="844600"/>
                </a:lnTo>
                <a:lnTo>
                  <a:pt x="125984" y="880808"/>
                </a:lnTo>
                <a:lnTo>
                  <a:pt x="156895" y="914463"/>
                </a:lnTo>
                <a:lnTo>
                  <a:pt x="190550" y="945375"/>
                </a:lnTo>
                <a:lnTo>
                  <a:pt x="226745" y="973353"/>
                </a:lnTo>
                <a:lnTo>
                  <a:pt x="265315" y="998220"/>
                </a:lnTo>
                <a:lnTo>
                  <a:pt x="306044" y="1019784"/>
                </a:lnTo>
                <a:lnTo>
                  <a:pt x="348767" y="1037844"/>
                </a:lnTo>
                <a:lnTo>
                  <a:pt x="393280" y="1052220"/>
                </a:lnTo>
                <a:lnTo>
                  <a:pt x="439394" y="1062723"/>
                </a:lnTo>
                <a:lnTo>
                  <a:pt x="486918" y="1069162"/>
                </a:lnTo>
                <a:lnTo>
                  <a:pt x="535686" y="1071359"/>
                </a:lnTo>
                <a:lnTo>
                  <a:pt x="584441" y="1069162"/>
                </a:lnTo>
                <a:lnTo>
                  <a:pt x="631964" y="1062723"/>
                </a:lnTo>
                <a:lnTo>
                  <a:pt x="678078" y="1052220"/>
                </a:lnTo>
                <a:lnTo>
                  <a:pt x="722591" y="1037844"/>
                </a:lnTo>
                <a:lnTo>
                  <a:pt x="765314" y="1019784"/>
                </a:lnTo>
                <a:lnTo>
                  <a:pt x="806043" y="998220"/>
                </a:lnTo>
                <a:lnTo>
                  <a:pt x="844613" y="973353"/>
                </a:lnTo>
                <a:lnTo>
                  <a:pt x="880808" y="945375"/>
                </a:lnTo>
                <a:lnTo>
                  <a:pt x="914463" y="914463"/>
                </a:lnTo>
                <a:lnTo>
                  <a:pt x="945375" y="880808"/>
                </a:lnTo>
                <a:lnTo>
                  <a:pt x="973353" y="844600"/>
                </a:lnTo>
                <a:lnTo>
                  <a:pt x="991311" y="816762"/>
                </a:lnTo>
                <a:lnTo>
                  <a:pt x="1204188" y="539153"/>
                </a:lnTo>
                <a:lnTo>
                  <a:pt x="1204188" y="537654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42690" y="782755"/>
            <a:ext cx="884555" cy="884555"/>
          </a:xfrm>
          <a:custGeom>
            <a:avLst/>
            <a:gdLst/>
            <a:ahLst/>
            <a:cxnLst/>
            <a:rect l="l" t="t" r="r" b="b"/>
            <a:pathLst>
              <a:path w="884555" h="884555">
                <a:moveTo>
                  <a:pt x="442067" y="884133"/>
                </a:moveTo>
                <a:lnTo>
                  <a:pt x="393899" y="881539"/>
                </a:lnTo>
                <a:lnTo>
                  <a:pt x="347233" y="873937"/>
                </a:lnTo>
                <a:lnTo>
                  <a:pt x="302339" y="861596"/>
                </a:lnTo>
                <a:lnTo>
                  <a:pt x="259487" y="844787"/>
                </a:lnTo>
                <a:lnTo>
                  <a:pt x="218947" y="823778"/>
                </a:lnTo>
                <a:lnTo>
                  <a:pt x="180988" y="798840"/>
                </a:lnTo>
                <a:lnTo>
                  <a:pt x="145879" y="770242"/>
                </a:lnTo>
                <a:lnTo>
                  <a:pt x="113891" y="738254"/>
                </a:lnTo>
                <a:lnTo>
                  <a:pt x="85293" y="703145"/>
                </a:lnTo>
                <a:lnTo>
                  <a:pt x="60355" y="665186"/>
                </a:lnTo>
                <a:lnTo>
                  <a:pt x="39346" y="624645"/>
                </a:lnTo>
                <a:lnTo>
                  <a:pt x="22536" y="581794"/>
                </a:lnTo>
                <a:lnTo>
                  <a:pt x="10196" y="536900"/>
                </a:lnTo>
                <a:lnTo>
                  <a:pt x="2593" y="490234"/>
                </a:lnTo>
                <a:lnTo>
                  <a:pt x="0" y="442067"/>
                </a:lnTo>
                <a:lnTo>
                  <a:pt x="2593" y="393898"/>
                </a:lnTo>
                <a:lnTo>
                  <a:pt x="10196" y="347232"/>
                </a:lnTo>
                <a:lnTo>
                  <a:pt x="22536" y="302339"/>
                </a:lnTo>
                <a:lnTo>
                  <a:pt x="39346" y="259487"/>
                </a:lnTo>
                <a:lnTo>
                  <a:pt x="60355" y="218946"/>
                </a:lnTo>
                <a:lnTo>
                  <a:pt x="85293" y="180987"/>
                </a:lnTo>
                <a:lnTo>
                  <a:pt x="113891" y="145878"/>
                </a:lnTo>
                <a:lnTo>
                  <a:pt x="145879" y="113890"/>
                </a:lnTo>
                <a:lnTo>
                  <a:pt x="180988" y="85292"/>
                </a:lnTo>
                <a:lnTo>
                  <a:pt x="218947" y="60354"/>
                </a:lnTo>
                <a:lnTo>
                  <a:pt x="259487" y="39345"/>
                </a:lnTo>
                <a:lnTo>
                  <a:pt x="302339" y="22536"/>
                </a:lnTo>
                <a:lnTo>
                  <a:pt x="347233" y="10195"/>
                </a:lnTo>
                <a:lnTo>
                  <a:pt x="393899" y="2593"/>
                </a:lnTo>
                <a:lnTo>
                  <a:pt x="442054" y="0"/>
                </a:lnTo>
                <a:lnTo>
                  <a:pt x="490235" y="2593"/>
                </a:lnTo>
                <a:lnTo>
                  <a:pt x="536901" y="10195"/>
                </a:lnTo>
                <a:lnTo>
                  <a:pt x="581794" y="22536"/>
                </a:lnTo>
                <a:lnTo>
                  <a:pt x="624646" y="39345"/>
                </a:lnTo>
                <a:lnTo>
                  <a:pt x="665187" y="60354"/>
                </a:lnTo>
                <a:lnTo>
                  <a:pt x="703146" y="85292"/>
                </a:lnTo>
                <a:lnTo>
                  <a:pt x="738255" y="113890"/>
                </a:lnTo>
                <a:lnTo>
                  <a:pt x="770243" y="145878"/>
                </a:lnTo>
                <a:lnTo>
                  <a:pt x="798841" y="180987"/>
                </a:lnTo>
                <a:lnTo>
                  <a:pt x="823779" y="218946"/>
                </a:lnTo>
                <a:lnTo>
                  <a:pt x="844788" y="259487"/>
                </a:lnTo>
                <a:lnTo>
                  <a:pt x="861597" y="302339"/>
                </a:lnTo>
                <a:lnTo>
                  <a:pt x="873938" y="347232"/>
                </a:lnTo>
                <a:lnTo>
                  <a:pt x="881540" y="393898"/>
                </a:lnTo>
                <a:lnTo>
                  <a:pt x="884134" y="442065"/>
                </a:lnTo>
                <a:lnTo>
                  <a:pt x="881540" y="490234"/>
                </a:lnTo>
                <a:lnTo>
                  <a:pt x="873938" y="536900"/>
                </a:lnTo>
                <a:lnTo>
                  <a:pt x="861597" y="581794"/>
                </a:lnTo>
                <a:lnTo>
                  <a:pt x="844788" y="624645"/>
                </a:lnTo>
                <a:lnTo>
                  <a:pt x="823779" y="665186"/>
                </a:lnTo>
                <a:lnTo>
                  <a:pt x="798841" y="703145"/>
                </a:lnTo>
                <a:lnTo>
                  <a:pt x="770243" y="738254"/>
                </a:lnTo>
                <a:lnTo>
                  <a:pt x="738255" y="770242"/>
                </a:lnTo>
                <a:lnTo>
                  <a:pt x="703146" y="798840"/>
                </a:lnTo>
                <a:lnTo>
                  <a:pt x="665187" y="823778"/>
                </a:lnTo>
                <a:lnTo>
                  <a:pt x="624646" y="844787"/>
                </a:lnTo>
                <a:lnTo>
                  <a:pt x="581794" y="861596"/>
                </a:lnTo>
                <a:lnTo>
                  <a:pt x="536901" y="873937"/>
                </a:lnTo>
                <a:lnTo>
                  <a:pt x="490235" y="881539"/>
                </a:lnTo>
                <a:lnTo>
                  <a:pt x="442067" y="884133"/>
                </a:lnTo>
                <a:close/>
              </a:path>
            </a:pathLst>
          </a:custGeom>
          <a:solidFill>
            <a:srgbClr val="FFF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00BE6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5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00BE6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BE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78418" y="474099"/>
            <a:ext cx="17327880" cy="9338945"/>
          </a:xfrm>
          <a:custGeom>
            <a:avLst/>
            <a:gdLst/>
            <a:ahLst/>
            <a:cxnLst/>
            <a:rect l="l" t="t" r="r" b="b"/>
            <a:pathLst>
              <a:path w="17327880" h="9338945">
                <a:moveTo>
                  <a:pt x="17327852" y="9338800"/>
                </a:moveTo>
                <a:lnTo>
                  <a:pt x="0" y="9338800"/>
                </a:lnTo>
                <a:lnTo>
                  <a:pt x="0" y="0"/>
                </a:lnTo>
                <a:lnTo>
                  <a:pt x="17327852" y="0"/>
                </a:lnTo>
                <a:lnTo>
                  <a:pt x="17327852" y="9338800"/>
                </a:lnTo>
                <a:close/>
              </a:path>
            </a:pathLst>
          </a:custGeom>
          <a:solidFill>
            <a:srgbClr val="FFF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821497" y="3141433"/>
            <a:ext cx="4203700" cy="3733800"/>
          </a:xfrm>
          <a:custGeom>
            <a:avLst/>
            <a:gdLst/>
            <a:ahLst/>
            <a:cxnLst/>
            <a:rect l="l" t="t" r="r" b="b"/>
            <a:pathLst>
              <a:path w="4203700" h="3733800">
                <a:moveTo>
                  <a:pt x="4203242" y="1870900"/>
                </a:moveTo>
                <a:lnTo>
                  <a:pt x="3500018" y="953884"/>
                </a:lnTo>
                <a:lnTo>
                  <a:pt x="3491877" y="939800"/>
                </a:lnTo>
                <a:lnTo>
                  <a:pt x="3468916" y="901700"/>
                </a:lnTo>
                <a:lnTo>
                  <a:pt x="3445040" y="863600"/>
                </a:lnTo>
                <a:lnTo>
                  <a:pt x="3420275" y="825500"/>
                </a:lnTo>
                <a:lnTo>
                  <a:pt x="3394633" y="787400"/>
                </a:lnTo>
                <a:lnTo>
                  <a:pt x="3368141" y="749300"/>
                </a:lnTo>
                <a:lnTo>
                  <a:pt x="3340798" y="711200"/>
                </a:lnTo>
                <a:lnTo>
                  <a:pt x="3312630" y="685800"/>
                </a:lnTo>
                <a:lnTo>
                  <a:pt x="3283648" y="647700"/>
                </a:lnTo>
                <a:lnTo>
                  <a:pt x="3253867" y="609600"/>
                </a:lnTo>
                <a:lnTo>
                  <a:pt x="3223298" y="584200"/>
                </a:lnTo>
                <a:lnTo>
                  <a:pt x="3191954" y="546100"/>
                </a:lnTo>
                <a:lnTo>
                  <a:pt x="3159861" y="520700"/>
                </a:lnTo>
                <a:lnTo>
                  <a:pt x="3127019" y="482600"/>
                </a:lnTo>
                <a:lnTo>
                  <a:pt x="3093453" y="457200"/>
                </a:lnTo>
                <a:lnTo>
                  <a:pt x="3059176" y="431800"/>
                </a:lnTo>
                <a:lnTo>
                  <a:pt x="3024200" y="393700"/>
                </a:lnTo>
                <a:lnTo>
                  <a:pt x="2988538" y="368300"/>
                </a:lnTo>
                <a:lnTo>
                  <a:pt x="2952204" y="342900"/>
                </a:lnTo>
                <a:lnTo>
                  <a:pt x="2915234" y="317500"/>
                </a:lnTo>
                <a:lnTo>
                  <a:pt x="2877604" y="292100"/>
                </a:lnTo>
                <a:lnTo>
                  <a:pt x="2839364" y="266700"/>
                </a:lnTo>
                <a:lnTo>
                  <a:pt x="2800515" y="254000"/>
                </a:lnTo>
                <a:lnTo>
                  <a:pt x="2721038" y="203200"/>
                </a:lnTo>
                <a:lnTo>
                  <a:pt x="2680436" y="190500"/>
                </a:lnTo>
                <a:lnTo>
                  <a:pt x="2639301" y="165100"/>
                </a:lnTo>
                <a:lnTo>
                  <a:pt x="2597620" y="152400"/>
                </a:lnTo>
                <a:lnTo>
                  <a:pt x="2555417" y="127000"/>
                </a:lnTo>
                <a:lnTo>
                  <a:pt x="2246630" y="38100"/>
                </a:lnTo>
                <a:lnTo>
                  <a:pt x="2200795" y="25400"/>
                </a:lnTo>
                <a:lnTo>
                  <a:pt x="2154555" y="25400"/>
                </a:lnTo>
                <a:lnTo>
                  <a:pt x="2107946" y="12700"/>
                </a:lnTo>
                <a:lnTo>
                  <a:pt x="2060981" y="12700"/>
                </a:lnTo>
                <a:lnTo>
                  <a:pt x="2013661" y="0"/>
                </a:lnTo>
                <a:lnTo>
                  <a:pt x="1725942" y="0"/>
                </a:lnTo>
                <a:lnTo>
                  <a:pt x="1678622" y="12700"/>
                </a:lnTo>
                <a:lnTo>
                  <a:pt x="1631657" y="12700"/>
                </a:lnTo>
                <a:lnTo>
                  <a:pt x="1585048" y="25400"/>
                </a:lnTo>
                <a:lnTo>
                  <a:pt x="1538820" y="25400"/>
                </a:lnTo>
                <a:lnTo>
                  <a:pt x="1492973" y="38100"/>
                </a:lnTo>
                <a:lnTo>
                  <a:pt x="1184198" y="127000"/>
                </a:lnTo>
                <a:lnTo>
                  <a:pt x="1141996" y="152400"/>
                </a:lnTo>
                <a:lnTo>
                  <a:pt x="1100315" y="165100"/>
                </a:lnTo>
                <a:lnTo>
                  <a:pt x="1059167" y="190500"/>
                </a:lnTo>
                <a:lnTo>
                  <a:pt x="1018578" y="203200"/>
                </a:lnTo>
                <a:lnTo>
                  <a:pt x="939101" y="254000"/>
                </a:lnTo>
                <a:lnTo>
                  <a:pt x="900239" y="266700"/>
                </a:lnTo>
                <a:lnTo>
                  <a:pt x="861999" y="292100"/>
                </a:lnTo>
                <a:lnTo>
                  <a:pt x="824382" y="317500"/>
                </a:lnTo>
                <a:lnTo>
                  <a:pt x="787400" y="342900"/>
                </a:lnTo>
                <a:lnTo>
                  <a:pt x="751065" y="368300"/>
                </a:lnTo>
                <a:lnTo>
                  <a:pt x="715416" y="393700"/>
                </a:lnTo>
                <a:lnTo>
                  <a:pt x="680427" y="431800"/>
                </a:lnTo>
                <a:lnTo>
                  <a:pt x="646150" y="457200"/>
                </a:lnTo>
                <a:lnTo>
                  <a:pt x="612584" y="482600"/>
                </a:lnTo>
                <a:lnTo>
                  <a:pt x="579755" y="520700"/>
                </a:lnTo>
                <a:lnTo>
                  <a:pt x="547649" y="546100"/>
                </a:lnTo>
                <a:lnTo>
                  <a:pt x="516305" y="584200"/>
                </a:lnTo>
                <a:lnTo>
                  <a:pt x="485736" y="609600"/>
                </a:lnTo>
                <a:lnTo>
                  <a:pt x="455955" y="647700"/>
                </a:lnTo>
                <a:lnTo>
                  <a:pt x="426974" y="685800"/>
                </a:lnTo>
                <a:lnTo>
                  <a:pt x="398805" y="711200"/>
                </a:lnTo>
                <a:lnTo>
                  <a:pt x="371462" y="749300"/>
                </a:lnTo>
                <a:lnTo>
                  <a:pt x="344970" y="787400"/>
                </a:lnTo>
                <a:lnTo>
                  <a:pt x="319328" y="825500"/>
                </a:lnTo>
                <a:lnTo>
                  <a:pt x="294576" y="863600"/>
                </a:lnTo>
                <a:lnTo>
                  <a:pt x="270700" y="901700"/>
                </a:lnTo>
                <a:lnTo>
                  <a:pt x="247726" y="939800"/>
                </a:lnTo>
                <a:lnTo>
                  <a:pt x="225679" y="977900"/>
                </a:lnTo>
                <a:lnTo>
                  <a:pt x="204558" y="1016000"/>
                </a:lnTo>
                <a:lnTo>
                  <a:pt x="184378" y="1054100"/>
                </a:lnTo>
                <a:lnTo>
                  <a:pt x="165176" y="1104900"/>
                </a:lnTo>
                <a:lnTo>
                  <a:pt x="146939" y="1143000"/>
                </a:lnTo>
                <a:lnTo>
                  <a:pt x="129692" y="1181100"/>
                </a:lnTo>
                <a:lnTo>
                  <a:pt x="113461" y="1231900"/>
                </a:lnTo>
                <a:lnTo>
                  <a:pt x="98247" y="1270000"/>
                </a:lnTo>
                <a:lnTo>
                  <a:pt x="84061" y="1308100"/>
                </a:lnTo>
                <a:lnTo>
                  <a:pt x="70929" y="1358900"/>
                </a:lnTo>
                <a:lnTo>
                  <a:pt x="58864" y="1397000"/>
                </a:lnTo>
                <a:lnTo>
                  <a:pt x="47879" y="1447800"/>
                </a:lnTo>
                <a:lnTo>
                  <a:pt x="37985" y="1498600"/>
                </a:lnTo>
                <a:lnTo>
                  <a:pt x="29197" y="1536700"/>
                </a:lnTo>
                <a:lnTo>
                  <a:pt x="21539" y="1587500"/>
                </a:lnTo>
                <a:lnTo>
                  <a:pt x="15024" y="1638300"/>
                </a:lnTo>
                <a:lnTo>
                  <a:pt x="9652" y="1676400"/>
                </a:lnTo>
                <a:lnTo>
                  <a:pt x="5448" y="1727200"/>
                </a:lnTo>
                <a:lnTo>
                  <a:pt x="2438" y="1778000"/>
                </a:lnTo>
                <a:lnTo>
                  <a:pt x="609" y="1816100"/>
                </a:lnTo>
                <a:lnTo>
                  <a:pt x="0" y="1866900"/>
                </a:lnTo>
                <a:lnTo>
                  <a:pt x="609" y="1917700"/>
                </a:lnTo>
                <a:lnTo>
                  <a:pt x="2438" y="1968500"/>
                </a:lnTo>
                <a:lnTo>
                  <a:pt x="5448" y="2019300"/>
                </a:lnTo>
                <a:lnTo>
                  <a:pt x="9652" y="2057400"/>
                </a:lnTo>
                <a:lnTo>
                  <a:pt x="15024" y="2108200"/>
                </a:lnTo>
                <a:lnTo>
                  <a:pt x="21539" y="2159000"/>
                </a:lnTo>
                <a:lnTo>
                  <a:pt x="29197" y="2197100"/>
                </a:lnTo>
                <a:lnTo>
                  <a:pt x="37985" y="2247900"/>
                </a:lnTo>
                <a:lnTo>
                  <a:pt x="47879" y="2298700"/>
                </a:lnTo>
                <a:lnTo>
                  <a:pt x="58864" y="2336800"/>
                </a:lnTo>
                <a:lnTo>
                  <a:pt x="70929" y="2387600"/>
                </a:lnTo>
                <a:lnTo>
                  <a:pt x="84061" y="2425700"/>
                </a:lnTo>
                <a:lnTo>
                  <a:pt x="98247" y="2463800"/>
                </a:lnTo>
                <a:lnTo>
                  <a:pt x="113461" y="2514600"/>
                </a:lnTo>
                <a:lnTo>
                  <a:pt x="129692" y="2552700"/>
                </a:lnTo>
                <a:lnTo>
                  <a:pt x="146939" y="2603500"/>
                </a:lnTo>
                <a:lnTo>
                  <a:pt x="165176" y="2641600"/>
                </a:lnTo>
                <a:lnTo>
                  <a:pt x="184378" y="2679700"/>
                </a:lnTo>
                <a:lnTo>
                  <a:pt x="204558" y="2717800"/>
                </a:lnTo>
                <a:lnTo>
                  <a:pt x="225679" y="2755900"/>
                </a:lnTo>
                <a:lnTo>
                  <a:pt x="247726" y="2806700"/>
                </a:lnTo>
                <a:lnTo>
                  <a:pt x="270700" y="2844800"/>
                </a:lnTo>
                <a:lnTo>
                  <a:pt x="294576" y="2882900"/>
                </a:lnTo>
                <a:lnTo>
                  <a:pt x="319328" y="2921000"/>
                </a:lnTo>
                <a:lnTo>
                  <a:pt x="344970" y="2959100"/>
                </a:lnTo>
                <a:lnTo>
                  <a:pt x="371462" y="2984500"/>
                </a:lnTo>
                <a:lnTo>
                  <a:pt x="398805" y="3022600"/>
                </a:lnTo>
                <a:lnTo>
                  <a:pt x="426974" y="3060700"/>
                </a:lnTo>
                <a:lnTo>
                  <a:pt x="455955" y="3098800"/>
                </a:lnTo>
                <a:lnTo>
                  <a:pt x="485736" y="3124200"/>
                </a:lnTo>
                <a:lnTo>
                  <a:pt x="516305" y="3162300"/>
                </a:lnTo>
                <a:lnTo>
                  <a:pt x="547649" y="3187700"/>
                </a:lnTo>
                <a:lnTo>
                  <a:pt x="579755" y="3225800"/>
                </a:lnTo>
                <a:lnTo>
                  <a:pt x="612584" y="3251200"/>
                </a:lnTo>
                <a:lnTo>
                  <a:pt x="646150" y="3289300"/>
                </a:lnTo>
                <a:lnTo>
                  <a:pt x="680427" y="3314700"/>
                </a:lnTo>
                <a:lnTo>
                  <a:pt x="715416" y="3340100"/>
                </a:lnTo>
                <a:lnTo>
                  <a:pt x="751065" y="3365500"/>
                </a:lnTo>
                <a:lnTo>
                  <a:pt x="787400" y="3390900"/>
                </a:lnTo>
                <a:lnTo>
                  <a:pt x="824382" y="3416300"/>
                </a:lnTo>
                <a:lnTo>
                  <a:pt x="861999" y="3441700"/>
                </a:lnTo>
                <a:lnTo>
                  <a:pt x="900239" y="3467100"/>
                </a:lnTo>
                <a:lnTo>
                  <a:pt x="978547" y="3517900"/>
                </a:lnTo>
                <a:lnTo>
                  <a:pt x="1018578" y="3530600"/>
                </a:lnTo>
                <a:lnTo>
                  <a:pt x="1059167" y="3556000"/>
                </a:lnTo>
                <a:lnTo>
                  <a:pt x="1100315" y="3568700"/>
                </a:lnTo>
                <a:lnTo>
                  <a:pt x="1141996" y="3594100"/>
                </a:lnTo>
                <a:lnTo>
                  <a:pt x="1184198" y="3606800"/>
                </a:lnTo>
                <a:lnTo>
                  <a:pt x="1226896" y="3632200"/>
                </a:lnTo>
                <a:lnTo>
                  <a:pt x="1492973" y="3708400"/>
                </a:lnTo>
                <a:lnTo>
                  <a:pt x="1538820" y="3708400"/>
                </a:lnTo>
                <a:lnTo>
                  <a:pt x="1585048" y="3721100"/>
                </a:lnTo>
                <a:lnTo>
                  <a:pt x="1631657" y="3721100"/>
                </a:lnTo>
                <a:lnTo>
                  <a:pt x="1678622" y="3733787"/>
                </a:lnTo>
                <a:lnTo>
                  <a:pt x="2060981" y="3733787"/>
                </a:lnTo>
                <a:lnTo>
                  <a:pt x="2107946" y="3721100"/>
                </a:lnTo>
                <a:lnTo>
                  <a:pt x="2154555" y="3721100"/>
                </a:lnTo>
                <a:lnTo>
                  <a:pt x="2200795" y="3708400"/>
                </a:lnTo>
                <a:lnTo>
                  <a:pt x="2246630" y="3708400"/>
                </a:lnTo>
                <a:lnTo>
                  <a:pt x="2512707" y="3632200"/>
                </a:lnTo>
                <a:lnTo>
                  <a:pt x="2555417" y="3606800"/>
                </a:lnTo>
                <a:lnTo>
                  <a:pt x="2597620" y="3594100"/>
                </a:lnTo>
                <a:lnTo>
                  <a:pt x="2639301" y="3568700"/>
                </a:lnTo>
                <a:lnTo>
                  <a:pt x="2680436" y="3556000"/>
                </a:lnTo>
                <a:lnTo>
                  <a:pt x="2721038" y="3530600"/>
                </a:lnTo>
                <a:lnTo>
                  <a:pt x="2761069" y="3517900"/>
                </a:lnTo>
                <a:lnTo>
                  <a:pt x="2839364" y="3467100"/>
                </a:lnTo>
                <a:lnTo>
                  <a:pt x="2877604" y="3441700"/>
                </a:lnTo>
                <a:lnTo>
                  <a:pt x="2915234" y="3416300"/>
                </a:lnTo>
                <a:lnTo>
                  <a:pt x="2952204" y="3390900"/>
                </a:lnTo>
                <a:lnTo>
                  <a:pt x="2988538" y="3365500"/>
                </a:lnTo>
                <a:lnTo>
                  <a:pt x="3024200" y="3340100"/>
                </a:lnTo>
                <a:lnTo>
                  <a:pt x="3059176" y="3314700"/>
                </a:lnTo>
                <a:lnTo>
                  <a:pt x="3093453" y="3289300"/>
                </a:lnTo>
                <a:lnTo>
                  <a:pt x="3127019" y="3251200"/>
                </a:lnTo>
                <a:lnTo>
                  <a:pt x="3159861" y="3225800"/>
                </a:lnTo>
                <a:lnTo>
                  <a:pt x="3191954" y="3187700"/>
                </a:lnTo>
                <a:lnTo>
                  <a:pt x="3223298" y="3162300"/>
                </a:lnTo>
                <a:lnTo>
                  <a:pt x="3253867" y="3124200"/>
                </a:lnTo>
                <a:lnTo>
                  <a:pt x="3283648" y="3098800"/>
                </a:lnTo>
                <a:lnTo>
                  <a:pt x="3312630" y="3060700"/>
                </a:lnTo>
                <a:lnTo>
                  <a:pt x="3340798" y="3022600"/>
                </a:lnTo>
                <a:lnTo>
                  <a:pt x="3368141" y="2984500"/>
                </a:lnTo>
                <a:lnTo>
                  <a:pt x="3394633" y="2959100"/>
                </a:lnTo>
                <a:lnTo>
                  <a:pt x="3420275" y="2921000"/>
                </a:lnTo>
                <a:lnTo>
                  <a:pt x="3445040" y="2882900"/>
                </a:lnTo>
                <a:lnTo>
                  <a:pt x="3468916" y="2844800"/>
                </a:lnTo>
                <a:lnTo>
                  <a:pt x="3491877" y="2806700"/>
                </a:lnTo>
                <a:lnTo>
                  <a:pt x="3494786" y="2799981"/>
                </a:lnTo>
                <a:lnTo>
                  <a:pt x="4203242" y="1876132"/>
                </a:lnTo>
                <a:lnTo>
                  <a:pt x="4203242" y="1870900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2148257" y="3462366"/>
            <a:ext cx="3086100" cy="3086100"/>
          </a:xfrm>
          <a:custGeom>
            <a:avLst/>
            <a:gdLst/>
            <a:ahLst/>
            <a:cxnLst/>
            <a:rect l="l" t="t" r="r" b="b"/>
            <a:pathLst>
              <a:path w="3086100" h="3086100">
                <a:moveTo>
                  <a:pt x="1543053" y="3086099"/>
                </a:moveTo>
                <a:lnTo>
                  <a:pt x="1494987" y="3085365"/>
                </a:lnTo>
                <a:lnTo>
                  <a:pt x="1447291" y="3083176"/>
                </a:lnTo>
                <a:lnTo>
                  <a:pt x="1399983" y="3079555"/>
                </a:lnTo>
                <a:lnTo>
                  <a:pt x="1353083" y="3074522"/>
                </a:lnTo>
                <a:lnTo>
                  <a:pt x="1306613" y="3068098"/>
                </a:lnTo>
                <a:lnTo>
                  <a:pt x="1260594" y="3060306"/>
                </a:lnTo>
                <a:lnTo>
                  <a:pt x="1215048" y="3051166"/>
                </a:lnTo>
                <a:lnTo>
                  <a:pt x="1169996" y="3040700"/>
                </a:lnTo>
                <a:lnTo>
                  <a:pt x="1125459" y="3028928"/>
                </a:lnTo>
                <a:lnTo>
                  <a:pt x="1081460" y="3015874"/>
                </a:lnTo>
                <a:lnTo>
                  <a:pt x="1038018" y="3001557"/>
                </a:lnTo>
                <a:lnTo>
                  <a:pt x="995155" y="2985999"/>
                </a:lnTo>
                <a:lnTo>
                  <a:pt x="952894" y="2969221"/>
                </a:lnTo>
                <a:lnTo>
                  <a:pt x="911254" y="2951245"/>
                </a:lnTo>
                <a:lnTo>
                  <a:pt x="870258" y="2932093"/>
                </a:lnTo>
                <a:lnTo>
                  <a:pt x="829926" y="2911785"/>
                </a:lnTo>
                <a:lnTo>
                  <a:pt x="790281" y="2890342"/>
                </a:lnTo>
                <a:lnTo>
                  <a:pt x="751343" y="2867787"/>
                </a:lnTo>
                <a:lnTo>
                  <a:pt x="713134" y="2844140"/>
                </a:lnTo>
                <a:lnTo>
                  <a:pt x="675675" y="2819423"/>
                </a:lnTo>
                <a:lnTo>
                  <a:pt x="638987" y="2793657"/>
                </a:lnTo>
                <a:lnTo>
                  <a:pt x="603092" y="2766864"/>
                </a:lnTo>
                <a:lnTo>
                  <a:pt x="568012" y="2739064"/>
                </a:lnTo>
                <a:lnTo>
                  <a:pt x="533766" y="2710280"/>
                </a:lnTo>
                <a:lnTo>
                  <a:pt x="500378" y="2680532"/>
                </a:lnTo>
                <a:lnTo>
                  <a:pt x="467867" y="2649842"/>
                </a:lnTo>
                <a:lnTo>
                  <a:pt x="436257" y="2618231"/>
                </a:lnTo>
                <a:lnTo>
                  <a:pt x="405566" y="2585721"/>
                </a:lnTo>
                <a:lnTo>
                  <a:pt x="375819" y="2552332"/>
                </a:lnTo>
                <a:lnTo>
                  <a:pt x="347034" y="2518087"/>
                </a:lnTo>
                <a:lnTo>
                  <a:pt x="319235" y="2483006"/>
                </a:lnTo>
                <a:lnTo>
                  <a:pt x="292441" y="2447111"/>
                </a:lnTo>
                <a:lnTo>
                  <a:pt x="266675" y="2410424"/>
                </a:lnTo>
                <a:lnTo>
                  <a:pt x="241958" y="2372965"/>
                </a:lnTo>
                <a:lnTo>
                  <a:pt x="218312" y="2334756"/>
                </a:lnTo>
                <a:lnTo>
                  <a:pt x="195756" y="2295818"/>
                </a:lnTo>
                <a:lnTo>
                  <a:pt x="174314" y="2256172"/>
                </a:lnTo>
                <a:lnTo>
                  <a:pt x="154006" y="2215841"/>
                </a:lnTo>
                <a:lnTo>
                  <a:pt x="134853" y="2174845"/>
                </a:lnTo>
                <a:lnTo>
                  <a:pt x="116877" y="2133205"/>
                </a:lnTo>
                <a:lnTo>
                  <a:pt x="100100" y="2090943"/>
                </a:lnTo>
                <a:lnTo>
                  <a:pt x="84542" y="2048081"/>
                </a:lnTo>
                <a:lnTo>
                  <a:pt x="70225" y="2004639"/>
                </a:lnTo>
                <a:lnTo>
                  <a:pt x="57170" y="1960639"/>
                </a:lnTo>
                <a:lnTo>
                  <a:pt x="45399" y="1916103"/>
                </a:lnTo>
                <a:lnTo>
                  <a:pt x="34933" y="1871051"/>
                </a:lnTo>
                <a:lnTo>
                  <a:pt x="25793" y="1825505"/>
                </a:lnTo>
                <a:lnTo>
                  <a:pt x="18000" y="1779486"/>
                </a:lnTo>
                <a:lnTo>
                  <a:pt x="11577" y="1733016"/>
                </a:lnTo>
                <a:lnTo>
                  <a:pt x="6544" y="1686116"/>
                </a:lnTo>
                <a:lnTo>
                  <a:pt x="2922" y="1638807"/>
                </a:lnTo>
                <a:lnTo>
                  <a:pt x="734" y="1591111"/>
                </a:lnTo>
                <a:lnTo>
                  <a:pt x="0" y="1543065"/>
                </a:lnTo>
                <a:lnTo>
                  <a:pt x="734" y="1494987"/>
                </a:lnTo>
                <a:lnTo>
                  <a:pt x="2922" y="1447291"/>
                </a:lnTo>
                <a:lnTo>
                  <a:pt x="6544" y="1399983"/>
                </a:lnTo>
                <a:lnTo>
                  <a:pt x="11577" y="1353083"/>
                </a:lnTo>
                <a:lnTo>
                  <a:pt x="18000" y="1306613"/>
                </a:lnTo>
                <a:lnTo>
                  <a:pt x="25793" y="1260594"/>
                </a:lnTo>
                <a:lnTo>
                  <a:pt x="34933" y="1215048"/>
                </a:lnTo>
                <a:lnTo>
                  <a:pt x="45399" y="1169996"/>
                </a:lnTo>
                <a:lnTo>
                  <a:pt x="57170" y="1125460"/>
                </a:lnTo>
                <a:lnTo>
                  <a:pt x="70225" y="1081460"/>
                </a:lnTo>
                <a:lnTo>
                  <a:pt x="84542" y="1038018"/>
                </a:lnTo>
                <a:lnTo>
                  <a:pt x="100100" y="995156"/>
                </a:lnTo>
                <a:lnTo>
                  <a:pt x="116877" y="952894"/>
                </a:lnTo>
                <a:lnTo>
                  <a:pt x="134853" y="911254"/>
                </a:lnTo>
                <a:lnTo>
                  <a:pt x="154006" y="870258"/>
                </a:lnTo>
                <a:lnTo>
                  <a:pt x="174314" y="829927"/>
                </a:lnTo>
                <a:lnTo>
                  <a:pt x="195756" y="790281"/>
                </a:lnTo>
                <a:lnTo>
                  <a:pt x="218312" y="751343"/>
                </a:lnTo>
                <a:lnTo>
                  <a:pt x="241958" y="713134"/>
                </a:lnTo>
                <a:lnTo>
                  <a:pt x="266675" y="675675"/>
                </a:lnTo>
                <a:lnTo>
                  <a:pt x="292441" y="638987"/>
                </a:lnTo>
                <a:lnTo>
                  <a:pt x="319235" y="603092"/>
                </a:lnTo>
                <a:lnTo>
                  <a:pt x="347034" y="568012"/>
                </a:lnTo>
                <a:lnTo>
                  <a:pt x="375819" y="533766"/>
                </a:lnTo>
                <a:lnTo>
                  <a:pt x="405566" y="500378"/>
                </a:lnTo>
                <a:lnTo>
                  <a:pt x="436257" y="467868"/>
                </a:lnTo>
                <a:lnTo>
                  <a:pt x="467867" y="436257"/>
                </a:lnTo>
                <a:lnTo>
                  <a:pt x="500378" y="405567"/>
                </a:lnTo>
                <a:lnTo>
                  <a:pt x="533766" y="375819"/>
                </a:lnTo>
                <a:lnTo>
                  <a:pt x="568012" y="347034"/>
                </a:lnTo>
                <a:lnTo>
                  <a:pt x="603092" y="319235"/>
                </a:lnTo>
                <a:lnTo>
                  <a:pt x="638987" y="292441"/>
                </a:lnTo>
                <a:lnTo>
                  <a:pt x="675675" y="266676"/>
                </a:lnTo>
                <a:lnTo>
                  <a:pt x="713134" y="241959"/>
                </a:lnTo>
                <a:lnTo>
                  <a:pt x="751343" y="218312"/>
                </a:lnTo>
                <a:lnTo>
                  <a:pt x="790281" y="195756"/>
                </a:lnTo>
                <a:lnTo>
                  <a:pt x="829926" y="174314"/>
                </a:lnTo>
                <a:lnTo>
                  <a:pt x="870258" y="154006"/>
                </a:lnTo>
                <a:lnTo>
                  <a:pt x="911254" y="134853"/>
                </a:lnTo>
                <a:lnTo>
                  <a:pt x="952894" y="116878"/>
                </a:lnTo>
                <a:lnTo>
                  <a:pt x="995155" y="100100"/>
                </a:lnTo>
                <a:lnTo>
                  <a:pt x="1038018" y="84542"/>
                </a:lnTo>
                <a:lnTo>
                  <a:pt x="1081460" y="70225"/>
                </a:lnTo>
                <a:lnTo>
                  <a:pt x="1125459" y="57170"/>
                </a:lnTo>
                <a:lnTo>
                  <a:pt x="1169996" y="45399"/>
                </a:lnTo>
                <a:lnTo>
                  <a:pt x="1215048" y="34933"/>
                </a:lnTo>
                <a:lnTo>
                  <a:pt x="1260594" y="25793"/>
                </a:lnTo>
                <a:lnTo>
                  <a:pt x="1306613" y="18000"/>
                </a:lnTo>
                <a:lnTo>
                  <a:pt x="1353083" y="11577"/>
                </a:lnTo>
                <a:lnTo>
                  <a:pt x="1399983" y="6544"/>
                </a:lnTo>
                <a:lnTo>
                  <a:pt x="1447291" y="2922"/>
                </a:lnTo>
                <a:lnTo>
                  <a:pt x="1494987" y="734"/>
                </a:lnTo>
                <a:lnTo>
                  <a:pt x="1543043" y="0"/>
                </a:lnTo>
                <a:lnTo>
                  <a:pt x="1591111" y="734"/>
                </a:lnTo>
                <a:lnTo>
                  <a:pt x="1638807" y="2922"/>
                </a:lnTo>
                <a:lnTo>
                  <a:pt x="1686116" y="6544"/>
                </a:lnTo>
                <a:lnTo>
                  <a:pt x="1733016" y="11577"/>
                </a:lnTo>
                <a:lnTo>
                  <a:pt x="1779486" y="18000"/>
                </a:lnTo>
                <a:lnTo>
                  <a:pt x="1825505" y="25793"/>
                </a:lnTo>
                <a:lnTo>
                  <a:pt x="1871051" y="34933"/>
                </a:lnTo>
                <a:lnTo>
                  <a:pt x="1916103" y="45399"/>
                </a:lnTo>
                <a:lnTo>
                  <a:pt x="1960639" y="57170"/>
                </a:lnTo>
                <a:lnTo>
                  <a:pt x="2004639" y="70225"/>
                </a:lnTo>
                <a:lnTo>
                  <a:pt x="2048081" y="84542"/>
                </a:lnTo>
                <a:lnTo>
                  <a:pt x="2090943" y="100100"/>
                </a:lnTo>
                <a:lnTo>
                  <a:pt x="2133205" y="116878"/>
                </a:lnTo>
                <a:lnTo>
                  <a:pt x="2174844" y="134853"/>
                </a:lnTo>
                <a:lnTo>
                  <a:pt x="2215841" y="154006"/>
                </a:lnTo>
                <a:lnTo>
                  <a:pt x="2256172" y="174314"/>
                </a:lnTo>
                <a:lnTo>
                  <a:pt x="2295818" y="195756"/>
                </a:lnTo>
                <a:lnTo>
                  <a:pt x="2334755" y="218312"/>
                </a:lnTo>
                <a:lnTo>
                  <a:pt x="2372965" y="241959"/>
                </a:lnTo>
                <a:lnTo>
                  <a:pt x="2410424" y="266676"/>
                </a:lnTo>
                <a:lnTo>
                  <a:pt x="2447111" y="292441"/>
                </a:lnTo>
                <a:lnTo>
                  <a:pt x="2483006" y="319235"/>
                </a:lnTo>
                <a:lnTo>
                  <a:pt x="2518087" y="347034"/>
                </a:lnTo>
                <a:lnTo>
                  <a:pt x="2552332" y="375819"/>
                </a:lnTo>
                <a:lnTo>
                  <a:pt x="2585721" y="405567"/>
                </a:lnTo>
                <a:lnTo>
                  <a:pt x="2618231" y="436257"/>
                </a:lnTo>
                <a:lnTo>
                  <a:pt x="2649842" y="467868"/>
                </a:lnTo>
                <a:lnTo>
                  <a:pt x="2680532" y="500378"/>
                </a:lnTo>
                <a:lnTo>
                  <a:pt x="2710280" y="533766"/>
                </a:lnTo>
                <a:lnTo>
                  <a:pt x="2739064" y="568012"/>
                </a:lnTo>
                <a:lnTo>
                  <a:pt x="2766864" y="603092"/>
                </a:lnTo>
                <a:lnTo>
                  <a:pt x="2793657" y="638987"/>
                </a:lnTo>
                <a:lnTo>
                  <a:pt x="2819423" y="675675"/>
                </a:lnTo>
                <a:lnTo>
                  <a:pt x="2844140" y="713134"/>
                </a:lnTo>
                <a:lnTo>
                  <a:pt x="2867787" y="751343"/>
                </a:lnTo>
                <a:lnTo>
                  <a:pt x="2890342" y="790281"/>
                </a:lnTo>
                <a:lnTo>
                  <a:pt x="2911785" y="829927"/>
                </a:lnTo>
                <a:lnTo>
                  <a:pt x="2932093" y="870258"/>
                </a:lnTo>
                <a:lnTo>
                  <a:pt x="2951245" y="911254"/>
                </a:lnTo>
                <a:lnTo>
                  <a:pt x="2969221" y="952894"/>
                </a:lnTo>
                <a:lnTo>
                  <a:pt x="2985999" y="995156"/>
                </a:lnTo>
                <a:lnTo>
                  <a:pt x="3001557" y="1038018"/>
                </a:lnTo>
                <a:lnTo>
                  <a:pt x="3015874" y="1081460"/>
                </a:lnTo>
                <a:lnTo>
                  <a:pt x="3028928" y="1125460"/>
                </a:lnTo>
                <a:lnTo>
                  <a:pt x="3040700" y="1169996"/>
                </a:lnTo>
                <a:lnTo>
                  <a:pt x="3051166" y="1215048"/>
                </a:lnTo>
                <a:lnTo>
                  <a:pt x="3060306" y="1260594"/>
                </a:lnTo>
                <a:lnTo>
                  <a:pt x="3068098" y="1306613"/>
                </a:lnTo>
                <a:lnTo>
                  <a:pt x="3074522" y="1353083"/>
                </a:lnTo>
                <a:lnTo>
                  <a:pt x="3079555" y="1399983"/>
                </a:lnTo>
                <a:lnTo>
                  <a:pt x="3083176" y="1447291"/>
                </a:lnTo>
                <a:lnTo>
                  <a:pt x="3085365" y="1494987"/>
                </a:lnTo>
                <a:lnTo>
                  <a:pt x="3086099" y="1543034"/>
                </a:lnTo>
                <a:lnTo>
                  <a:pt x="3085365" y="1591111"/>
                </a:lnTo>
                <a:lnTo>
                  <a:pt x="3083176" y="1638807"/>
                </a:lnTo>
                <a:lnTo>
                  <a:pt x="3079555" y="1686116"/>
                </a:lnTo>
                <a:lnTo>
                  <a:pt x="3074522" y="1733016"/>
                </a:lnTo>
                <a:lnTo>
                  <a:pt x="3068098" y="1779486"/>
                </a:lnTo>
                <a:lnTo>
                  <a:pt x="3060306" y="1825505"/>
                </a:lnTo>
                <a:lnTo>
                  <a:pt x="3051166" y="1871051"/>
                </a:lnTo>
                <a:lnTo>
                  <a:pt x="3040700" y="1916103"/>
                </a:lnTo>
                <a:lnTo>
                  <a:pt x="3028928" y="1960639"/>
                </a:lnTo>
                <a:lnTo>
                  <a:pt x="3015874" y="2004639"/>
                </a:lnTo>
                <a:lnTo>
                  <a:pt x="3001557" y="2048081"/>
                </a:lnTo>
                <a:lnTo>
                  <a:pt x="2985999" y="2090943"/>
                </a:lnTo>
                <a:lnTo>
                  <a:pt x="2969221" y="2133205"/>
                </a:lnTo>
                <a:lnTo>
                  <a:pt x="2951245" y="2174845"/>
                </a:lnTo>
                <a:lnTo>
                  <a:pt x="2932093" y="2215841"/>
                </a:lnTo>
                <a:lnTo>
                  <a:pt x="2911785" y="2256172"/>
                </a:lnTo>
                <a:lnTo>
                  <a:pt x="2890342" y="2295818"/>
                </a:lnTo>
                <a:lnTo>
                  <a:pt x="2867787" y="2334756"/>
                </a:lnTo>
                <a:lnTo>
                  <a:pt x="2844140" y="2372965"/>
                </a:lnTo>
                <a:lnTo>
                  <a:pt x="2819423" y="2410424"/>
                </a:lnTo>
                <a:lnTo>
                  <a:pt x="2793657" y="2447111"/>
                </a:lnTo>
                <a:lnTo>
                  <a:pt x="2766864" y="2483006"/>
                </a:lnTo>
                <a:lnTo>
                  <a:pt x="2739064" y="2518087"/>
                </a:lnTo>
                <a:lnTo>
                  <a:pt x="2710280" y="2552332"/>
                </a:lnTo>
                <a:lnTo>
                  <a:pt x="2680532" y="2585721"/>
                </a:lnTo>
                <a:lnTo>
                  <a:pt x="2649842" y="2618231"/>
                </a:lnTo>
                <a:lnTo>
                  <a:pt x="2618231" y="2649842"/>
                </a:lnTo>
                <a:lnTo>
                  <a:pt x="2585721" y="2680532"/>
                </a:lnTo>
                <a:lnTo>
                  <a:pt x="2552332" y="2710280"/>
                </a:lnTo>
                <a:lnTo>
                  <a:pt x="2518087" y="2739064"/>
                </a:lnTo>
                <a:lnTo>
                  <a:pt x="2483006" y="2766864"/>
                </a:lnTo>
                <a:lnTo>
                  <a:pt x="2447111" y="2793657"/>
                </a:lnTo>
                <a:lnTo>
                  <a:pt x="2410424" y="2819423"/>
                </a:lnTo>
                <a:lnTo>
                  <a:pt x="2372965" y="2844140"/>
                </a:lnTo>
                <a:lnTo>
                  <a:pt x="2334755" y="2867787"/>
                </a:lnTo>
                <a:lnTo>
                  <a:pt x="2295818" y="2890342"/>
                </a:lnTo>
                <a:lnTo>
                  <a:pt x="2256172" y="2911785"/>
                </a:lnTo>
                <a:lnTo>
                  <a:pt x="2215841" y="2932093"/>
                </a:lnTo>
                <a:lnTo>
                  <a:pt x="2174844" y="2951245"/>
                </a:lnTo>
                <a:lnTo>
                  <a:pt x="2133205" y="2969221"/>
                </a:lnTo>
                <a:lnTo>
                  <a:pt x="2090943" y="2985999"/>
                </a:lnTo>
                <a:lnTo>
                  <a:pt x="2048081" y="3001557"/>
                </a:lnTo>
                <a:lnTo>
                  <a:pt x="2004639" y="3015874"/>
                </a:lnTo>
                <a:lnTo>
                  <a:pt x="1960639" y="3028928"/>
                </a:lnTo>
                <a:lnTo>
                  <a:pt x="1916103" y="3040700"/>
                </a:lnTo>
                <a:lnTo>
                  <a:pt x="1871051" y="3051166"/>
                </a:lnTo>
                <a:lnTo>
                  <a:pt x="1825505" y="3060306"/>
                </a:lnTo>
                <a:lnTo>
                  <a:pt x="1779486" y="3068098"/>
                </a:lnTo>
                <a:lnTo>
                  <a:pt x="1733016" y="3074522"/>
                </a:lnTo>
                <a:lnTo>
                  <a:pt x="1686116" y="3079555"/>
                </a:lnTo>
                <a:lnTo>
                  <a:pt x="1638807" y="3083176"/>
                </a:lnTo>
                <a:lnTo>
                  <a:pt x="1591111" y="3085365"/>
                </a:lnTo>
                <a:lnTo>
                  <a:pt x="1543053" y="3086099"/>
                </a:lnTo>
                <a:close/>
              </a:path>
            </a:pathLst>
          </a:custGeom>
          <a:solidFill>
            <a:srgbClr val="FFF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650" b="0" i="0">
                <a:solidFill>
                  <a:srgbClr val="00BE6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577850"/>
          </a:xfrm>
          <a:custGeom>
            <a:avLst/>
            <a:gdLst/>
            <a:ahLst/>
            <a:cxnLst/>
            <a:rect l="l" t="t" r="r" b="b"/>
            <a:pathLst>
              <a:path w="18288000" h="577850">
                <a:moveTo>
                  <a:pt x="0" y="577259"/>
                </a:moveTo>
                <a:lnTo>
                  <a:pt x="18287998" y="577259"/>
                </a:lnTo>
                <a:lnTo>
                  <a:pt x="18287998" y="0"/>
                </a:lnTo>
                <a:lnTo>
                  <a:pt x="0" y="0"/>
                </a:lnTo>
                <a:lnTo>
                  <a:pt x="0" y="577259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9812900"/>
            <a:ext cx="18288000" cy="474345"/>
          </a:xfrm>
          <a:custGeom>
            <a:avLst/>
            <a:gdLst/>
            <a:ahLst/>
            <a:cxnLst/>
            <a:rect l="l" t="t" r="r" b="b"/>
            <a:pathLst>
              <a:path w="18288000" h="474345">
                <a:moveTo>
                  <a:pt x="0" y="474099"/>
                </a:moveTo>
                <a:lnTo>
                  <a:pt x="18287998" y="474099"/>
                </a:lnTo>
                <a:lnTo>
                  <a:pt x="18287998" y="0"/>
                </a:lnTo>
                <a:lnTo>
                  <a:pt x="0" y="0"/>
                </a:lnTo>
                <a:lnTo>
                  <a:pt x="0" y="474099"/>
                </a:lnTo>
                <a:close/>
              </a:path>
            </a:pathLst>
          </a:custGeom>
          <a:solidFill>
            <a:srgbClr val="FF313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577260"/>
            <a:ext cx="18288000" cy="9236075"/>
          </a:xfrm>
          <a:custGeom>
            <a:avLst/>
            <a:gdLst/>
            <a:ahLst/>
            <a:cxnLst/>
            <a:rect l="l" t="t" r="r" b="b"/>
            <a:pathLst>
              <a:path w="18288000" h="9236075">
                <a:moveTo>
                  <a:pt x="0" y="0"/>
                </a:moveTo>
                <a:lnTo>
                  <a:pt x="18288000" y="0"/>
                </a:lnTo>
                <a:lnTo>
                  <a:pt x="18288000" y="9235639"/>
                </a:lnTo>
                <a:lnTo>
                  <a:pt x="0" y="9235639"/>
                </a:lnTo>
                <a:lnTo>
                  <a:pt x="0" y="0"/>
                </a:lnTo>
                <a:close/>
              </a:path>
            </a:pathLst>
          </a:custGeom>
          <a:solidFill>
            <a:srgbClr val="00BE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52413" y="781887"/>
            <a:ext cx="5577205" cy="737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650" b="0" i="0">
                <a:solidFill>
                  <a:srgbClr val="00BE62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3822" y="2152610"/>
            <a:ext cx="16335375" cy="34093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50" b="1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5/20/2024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‹N°›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241575" y="0"/>
            <a:ext cx="15046960" cy="10287000"/>
          </a:xfrm>
          <a:custGeom>
            <a:avLst/>
            <a:gdLst/>
            <a:ahLst/>
            <a:cxnLst/>
            <a:rect l="l" t="t" r="r" b="b"/>
            <a:pathLst>
              <a:path w="15046960" h="10287000">
                <a:moveTo>
                  <a:pt x="0" y="10286999"/>
                </a:moveTo>
                <a:lnTo>
                  <a:pt x="15046423" y="10286999"/>
                </a:lnTo>
                <a:lnTo>
                  <a:pt x="15046423" y="0"/>
                </a:lnTo>
                <a:lnTo>
                  <a:pt x="0" y="0"/>
                </a:lnTo>
                <a:lnTo>
                  <a:pt x="0" y="10286999"/>
                </a:lnTo>
                <a:close/>
              </a:path>
            </a:pathLst>
          </a:custGeom>
          <a:solidFill>
            <a:srgbClr val="FFFDF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3241675" cy="10289540"/>
            <a:chOff x="0" y="0"/>
            <a:chExt cx="3241675" cy="1028954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2745105" cy="10289540"/>
            </a:xfrm>
            <a:custGeom>
              <a:avLst/>
              <a:gdLst/>
              <a:ahLst/>
              <a:cxnLst/>
              <a:rect l="l" t="t" r="r" b="b"/>
              <a:pathLst>
                <a:path w="2745105" h="10289540">
                  <a:moveTo>
                    <a:pt x="0" y="10289337"/>
                  </a:moveTo>
                  <a:lnTo>
                    <a:pt x="2744948" y="10289337"/>
                  </a:lnTo>
                  <a:lnTo>
                    <a:pt x="2744948" y="0"/>
                  </a:lnTo>
                  <a:lnTo>
                    <a:pt x="0" y="0"/>
                  </a:lnTo>
                  <a:lnTo>
                    <a:pt x="0" y="10289337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2744948" y="0"/>
              <a:ext cx="497205" cy="10287635"/>
            </a:xfrm>
            <a:custGeom>
              <a:avLst/>
              <a:gdLst/>
              <a:ahLst/>
              <a:cxnLst/>
              <a:rect l="l" t="t" r="r" b="b"/>
              <a:pathLst>
                <a:path w="497205" h="10287635">
                  <a:moveTo>
                    <a:pt x="496626" y="10287543"/>
                  </a:moveTo>
                  <a:lnTo>
                    <a:pt x="0" y="10287543"/>
                  </a:lnTo>
                  <a:lnTo>
                    <a:pt x="0" y="0"/>
                  </a:lnTo>
                  <a:lnTo>
                    <a:pt x="496626" y="0"/>
                  </a:lnTo>
                  <a:lnTo>
                    <a:pt x="496626" y="10287543"/>
                  </a:lnTo>
                  <a:close/>
                </a:path>
              </a:pathLst>
            </a:custGeom>
            <a:solidFill>
              <a:srgbClr val="00BE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62366" y="-635"/>
            <a:ext cx="4410074" cy="441007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05200" y="4152900"/>
            <a:ext cx="16230600" cy="13824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P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R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E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S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E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N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TAT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I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O</a:t>
            </a:r>
            <a:r>
              <a:rPr lang="fr-FR"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88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N</a:t>
            </a:r>
            <a:r>
              <a:rPr sz="8700" b="1" spc="-1019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lang="fr-FR" sz="8700" b="1" spc="-1019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95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D</a:t>
            </a:r>
            <a:r>
              <a:rPr lang="fr-FR" sz="8700" b="1" spc="-195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E</a:t>
            </a:r>
            <a:r>
              <a:rPr sz="8700" b="1" spc="-101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lang="fr-FR" sz="8700" b="1" spc="-101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P</a:t>
            </a:r>
            <a:r>
              <a:rPr lang="fr-FR"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R</a:t>
            </a:r>
            <a:r>
              <a:rPr lang="fr-FR"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O</a:t>
            </a:r>
            <a:r>
              <a:rPr lang="fr-FR"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J</a:t>
            </a:r>
            <a:r>
              <a:rPr lang="fr-FR"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8700" b="1" spc="-1945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ET</a:t>
            </a:r>
            <a:endParaRPr sz="87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70819" y="5905500"/>
            <a:ext cx="11388472" cy="3087384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sz="5000" b="1" spc="-919" dirty="0">
                <a:latin typeface="Tahoma"/>
                <a:cs typeface="Tahoma"/>
              </a:rPr>
              <a:t>P</a:t>
            </a:r>
            <a:r>
              <a:rPr lang="fr-FR" sz="5000" b="1" spc="-919" dirty="0">
                <a:latin typeface="Tahoma"/>
                <a:cs typeface="Tahoma"/>
              </a:rPr>
              <a:t> </a:t>
            </a:r>
            <a:r>
              <a:rPr sz="5000" b="1" spc="-919" dirty="0">
                <a:latin typeface="Tahoma"/>
                <a:cs typeface="Tahoma"/>
              </a:rPr>
              <a:t>R</a:t>
            </a:r>
            <a:r>
              <a:rPr lang="fr-FR" sz="5000" b="1" spc="-919" dirty="0">
                <a:latin typeface="Tahoma"/>
                <a:cs typeface="Tahoma"/>
              </a:rPr>
              <a:t> </a:t>
            </a:r>
            <a:r>
              <a:rPr sz="5000" b="1" spc="-919" dirty="0">
                <a:latin typeface="Tahoma"/>
                <a:cs typeface="Tahoma"/>
              </a:rPr>
              <a:t>É</a:t>
            </a:r>
            <a:r>
              <a:rPr lang="fr-FR" sz="5000" b="1" spc="-919" dirty="0">
                <a:latin typeface="Tahoma"/>
                <a:cs typeface="Tahoma"/>
              </a:rPr>
              <a:t> </a:t>
            </a:r>
            <a:r>
              <a:rPr sz="5000" b="1" spc="-919" dirty="0">
                <a:latin typeface="Tahoma"/>
                <a:cs typeface="Tahoma"/>
              </a:rPr>
              <a:t>S</a:t>
            </a:r>
            <a:r>
              <a:rPr lang="fr-FR" sz="5000" b="1" spc="-919" dirty="0">
                <a:latin typeface="Tahoma"/>
                <a:cs typeface="Tahoma"/>
              </a:rPr>
              <a:t> </a:t>
            </a:r>
            <a:r>
              <a:rPr sz="5000" b="1" spc="-919" dirty="0">
                <a:latin typeface="Tahoma"/>
                <a:cs typeface="Tahoma"/>
              </a:rPr>
              <a:t>E</a:t>
            </a:r>
            <a:r>
              <a:rPr lang="fr-FR" sz="5000" b="1" spc="-919" dirty="0">
                <a:latin typeface="Tahoma"/>
                <a:cs typeface="Tahoma"/>
              </a:rPr>
              <a:t> </a:t>
            </a:r>
            <a:r>
              <a:rPr sz="5000" b="1" spc="-919" dirty="0">
                <a:latin typeface="Tahoma"/>
                <a:cs typeface="Tahoma"/>
              </a:rPr>
              <a:t>N</a:t>
            </a:r>
            <a:r>
              <a:rPr lang="fr-FR" sz="5000" b="1" spc="-919" dirty="0">
                <a:latin typeface="Tahoma"/>
                <a:cs typeface="Tahoma"/>
              </a:rPr>
              <a:t> </a:t>
            </a:r>
            <a:r>
              <a:rPr sz="5000" b="1" spc="-919" dirty="0">
                <a:latin typeface="Tahoma"/>
                <a:cs typeface="Tahoma"/>
              </a:rPr>
              <a:t>T</a:t>
            </a:r>
            <a:r>
              <a:rPr lang="fr-FR" sz="5000" b="1" spc="-919" dirty="0">
                <a:latin typeface="Tahoma"/>
                <a:cs typeface="Tahoma"/>
              </a:rPr>
              <a:t> </a:t>
            </a:r>
            <a:r>
              <a:rPr sz="5000" b="1" spc="-919" dirty="0">
                <a:latin typeface="Tahoma"/>
                <a:cs typeface="Tahoma"/>
              </a:rPr>
              <a:t>E</a:t>
            </a:r>
            <a:r>
              <a:rPr sz="5000" b="1" spc="-505" dirty="0">
                <a:latin typeface="Tahoma"/>
                <a:cs typeface="Tahoma"/>
              </a:rPr>
              <a:t> </a:t>
            </a:r>
            <a:r>
              <a:rPr lang="fr-FR" sz="5000" b="1" spc="-505" dirty="0">
                <a:latin typeface="Tahoma"/>
                <a:cs typeface="Tahoma"/>
              </a:rPr>
              <a:t> </a:t>
            </a:r>
            <a:r>
              <a:rPr sz="5000" b="1" spc="-925" dirty="0">
                <a:latin typeface="Tahoma"/>
                <a:cs typeface="Tahoma"/>
              </a:rPr>
              <a:t>P</a:t>
            </a:r>
            <a:r>
              <a:rPr lang="fr-FR" sz="5000" b="1" spc="-925" dirty="0">
                <a:latin typeface="Tahoma"/>
                <a:cs typeface="Tahoma"/>
              </a:rPr>
              <a:t> </a:t>
            </a:r>
            <a:r>
              <a:rPr sz="5000" b="1" spc="-925" dirty="0">
                <a:latin typeface="Tahoma"/>
                <a:cs typeface="Tahoma"/>
              </a:rPr>
              <a:t>A</a:t>
            </a:r>
            <a:r>
              <a:rPr lang="fr-FR" sz="5000" b="1" spc="-925" dirty="0">
                <a:latin typeface="Tahoma"/>
                <a:cs typeface="Tahoma"/>
              </a:rPr>
              <a:t> </a:t>
            </a:r>
            <a:r>
              <a:rPr sz="5000" b="1" spc="-925" dirty="0">
                <a:latin typeface="Tahoma"/>
                <a:cs typeface="Tahoma"/>
              </a:rPr>
              <a:t>R</a:t>
            </a:r>
            <a:r>
              <a:rPr sz="5000" b="1" spc="-500" dirty="0">
                <a:latin typeface="Tahoma"/>
                <a:cs typeface="Tahoma"/>
              </a:rPr>
              <a:t> </a:t>
            </a:r>
            <a:r>
              <a:rPr sz="5000" b="1" spc="-690" dirty="0">
                <a:latin typeface="Tahoma"/>
                <a:cs typeface="Tahoma"/>
              </a:rPr>
              <a:t>:</a:t>
            </a:r>
            <a:endParaRPr sz="5000" dirty="0">
              <a:latin typeface="Tahoma"/>
              <a:cs typeface="Tahoma"/>
            </a:endParaRPr>
          </a:p>
          <a:p>
            <a:pPr lvl="1" algn="ctr">
              <a:spcBef>
                <a:spcPts val="975"/>
              </a:spcBef>
            </a:pPr>
            <a:r>
              <a:rPr sz="5000" spc="-52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ADNANE</a:t>
            </a:r>
            <a:r>
              <a:rPr sz="5000" spc="-6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5000" spc="-459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BENMALEK</a:t>
            </a:r>
            <a:r>
              <a:rPr sz="5000" spc="-6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lang="fr-FR" sz="5000" spc="-6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5000" spc="-6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&amp; </a:t>
            </a:r>
            <a:r>
              <a:rPr lang="fr-FR" sz="5000" spc="-6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5000" spc="-61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REDA</a:t>
            </a:r>
            <a:r>
              <a:rPr sz="5000" spc="-610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 </a:t>
            </a:r>
            <a:r>
              <a:rPr sz="5000" spc="-605" dirty="0">
                <a:latin typeface="Verdana" panose="020B0604030504040204" pitchFamily="34" charset="0"/>
                <a:ea typeface="Verdana" panose="020B0604030504040204" pitchFamily="34" charset="0"/>
                <a:cs typeface="Tahoma"/>
              </a:rPr>
              <a:t>GANOUTRE</a:t>
            </a:r>
            <a:endParaRPr sz="5000" dirty="0">
              <a:latin typeface="Verdana" panose="020B0604030504040204" pitchFamily="34" charset="0"/>
              <a:ea typeface="Verdana" panose="020B0604030504040204" pitchFamily="34" charset="0"/>
              <a:cs typeface="Tahoma"/>
            </a:endParaRPr>
          </a:p>
          <a:p>
            <a:pPr marL="106680" algn="ctr">
              <a:lnSpc>
                <a:spcPct val="100000"/>
              </a:lnSpc>
              <a:spcBef>
                <a:spcPts val="4020"/>
              </a:spcBef>
            </a:pPr>
            <a:r>
              <a:rPr sz="5000" b="1" spc="-865" dirty="0">
                <a:latin typeface="Tahoma"/>
                <a:cs typeface="Tahoma"/>
              </a:rPr>
              <a:t>A</a:t>
            </a:r>
            <a:r>
              <a:rPr lang="fr-FR" sz="5000" b="1" spc="-865" dirty="0">
                <a:latin typeface="Tahoma"/>
                <a:cs typeface="Tahoma"/>
              </a:rPr>
              <a:t> </a:t>
            </a:r>
            <a:r>
              <a:rPr sz="5000" b="1" spc="-865" dirty="0">
                <a:latin typeface="Tahoma"/>
                <a:cs typeface="Tahoma"/>
              </a:rPr>
              <a:t>N</a:t>
            </a:r>
            <a:r>
              <a:rPr lang="fr-FR" sz="5000" b="1" spc="-865" dirty="0">
                <a:latin typeface="Tahoma"/>
                <a:cs typeface="Tahoma"/>
              </a:rPr>
              <a:t> </a:t>
            </a:r>
            <a:r>
              <a:rPr sz="5000" b="1" spc="-865" dirty="0">
                <a:latin typeface="Tahoma"/>
                <a:cs typeface="Tahoma"/>
              </a:rPr>
              <a:t>N</a:t>
            </a:r>
            <a:r>
              <a:rPr lang="fr-FR" sz="5000" b="1" spc="-865" dirty="0">
                <a:latin typeface="Tahoma"/>
                <a:cs typeface="Tahoma"/>
              </a:rPr>
              <a:t> </a:t>
            </a:r>
            <a:r>
              <a:rPr sz="5000" b="1" spc="-865" dirty="0">
                <a:latin typeface="Tahoma"/>
                <a:cs typeface="Tahoma"/>
              </a:rPr>
              <a:t>É</a:t>
            </a:r>
            <a:r>
              <a:rPr lang="fr-FR" sz="5000" b="1" spc="-865" dirty="0">
                <a:latin typeface="Tahoma"/>
                <a:cs typeface="Tahoma"/>
              </a:rPr>
              <a:t> </a:t>
            </a:r>
            <a:r>
              <a:rPr sz="5000" b="1" spc="-865" dirty="0">
                <a:latin typeface="Tahoma"/>
                <a:cs typeface="Tahoma"/>
              </a:rPr>
              <a:t>E</a:t>
            </a:r>
            <a:r>
              <a:rPr sz="5000" b="1" spc="-500" dirty="0">
                <a:latin typeface="Tahoma"/>
                <a:cs typeface="Tahoma"/>
              </a:rPr>
              <a:t> </a:t>
            </a:r>
            <a:r>
              <a:rPr lang="fr-FR" sz="5000" b="1" spc="-500" dirty="0">
                <a:latin typeface="Tahoma"/>
                <a:cs typeface="Tahoma"/>
              </a:rPr>
              <a:t> </a:t>
            </a:r>
            <a:r>
              <a:rPr sz="5000" b="1" spc="-425" dirty="0">
                <a:latin typeface="Tahoma"/>
                <a:cs typeface="Tahoma"/>
              </a:rPr>
              <a:t>:</a:t>
            </a:r>
            <a:r>
              <a:rPr lang="fr-FR" sz="5000" b="1" spc="-425" dirty="0">
                <a:latin typeface="Tahoma"/>
                <a:cs typeface="Tahoma"/>
              </a:rPr>
              <a:t> </a:t>
            </a:r>
            <a:r>
              <a:rPr sz="5000" spc="-425" dirty="0">
                <a:latin typeface="Tahoma"/>
                <a:cs typeface="Tahoma"/>
              </a:rPr>
              <a:t>2023/2024</a:t>
            </a:r>
            <a:endParaRPr sz="50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4239" y="4127595"/>
            <a:ext cx="1019175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b="1" spc="730" dirty="0">
                <a:solidFill>
                  <a:srgbClr val="FF3131"/>
                </a:solidFill>
                <a:latin typeface="Trebuchet MS"/>
                <a:cs typeface="Trebuchet MS"/>
              </a:rPr>
              <a:t>INTRODUCTION</a:t>
            </a:r>
            <a:endParaRPr sz="10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06045">
              <a:lnSpc>
                <a:spcPct val="100000"/>
              </a:lnSpc>
              <a:spcBef>
                <a:spcPts val="114"/>
              </a:spcBef>
            </a:pPr>
            <a:r>
              <a:rPr spc="130" dirty="0"/>
              <a:t>PLAN</a:t>
            </a:r>
          </a:p>
        </p:txBody>
      </p:sp>
      <p:sp>
        <p:nvSpPr>
          <p:cNvPr id="3" name="object 3"/>
          <p:cNvSpPr/>
          <p:nvPr/>
        </p:nvSpPr>
        <p:spPr>
          <a:xfrm>
            <a:off x="2346094" y="1695139"/>
            <a:ext cx="1480185" cy="27305"/>
          </a:xfrm>
          <a:custGeom>
            <a:avLst/>
            <a:gdLst/>
            <a:ahLst/>
            <a:cxnLst/>
            <a:rect l="l" t="t" r="r" b="b"/>
            <a:pathLst>
              <a:path w="1480185" h="27305">
                <a:moveTo>
                  <a:pt x="0" y="0"/>
                </a:moveTo>
                <a:lnTo>
                  <a:pt x="1479902" y="27268"/>
                </a:lnTo>
              </a:path>
            </a:pathLst>
          </a:custGeom>
          <a:ln w="76200">
            <a:solidFill>
              <a:srgbClr val="FF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538457" y="3864674"/>
            <a:ext cx="15363190" cy="3600450"/>
            <a:chOff x="1538457" y="3864674"/>
            <a:chExt cx="15363190" cy="3600450"/>
          </a:xfrm>
        </p:grpSpPr>
        <p:sp>
          <p:nvSpPr>
            <p:cNvPr id="5" name="object 5"/>
            <p:cNvSpPr/>
            <p:nvPr/>
          </p:nvSpPr>
          <p:spPr>
            <a:xfrm>
              <a:off x="1538452" y="3864685"/>
              <a:ext cx="4046854" cy="3600450"/>
            </a:xfrm>
            <a:custGeom>
              <a:avLst/>
              <a:gdLst/>
              <a:ahLst/>
              <a:cxnLst/>
              <a:rect l="l" t="t" r="r" b="b"/>
              <a:pathLst>
                <a:path w="4046854" h="3600450">
                  <a:moveTo>
                    <a:pt x="4046410" y="1806689"/>
                  </a:moveTo>
                  <a:lnTo>
                    <a:pt x="3380968" y="938936"/>
                  </a:lnTo>
                  <a:lnTo>
                    <a:pt x="3369233" y="917460"/>
                  </a:lnTo>
                  <a:lnTo>
                    <a:pt x="3346704" y="878649"/>
                  </a:lnTo>
                  <a:lnTo>
                    <a:pt x="3323259" y="840460"/>
                  </a:lnTo>
                  <a:lnTo>
                    <a:pt x="3298888" y="802906"/>
                  </a:lnTo>
                  <a:lnTo>
                    <a:pt x="3273628" y="766000"/>
                  </a:lnTo>
                  <a:lnTo>
                    <a:pt x="3247479" y="729754"/>
                  </a:lnTo>
                  <a:lnTo>
                    <a:pt x="3220453" y="694207"/>
                  </a:lnTo>
                  <a:lnTo>
                    <a:pt x="3192576" y="659345"/>
                  </a:lnTo>
                  <a:lnTo>
                    <a:pt x="3163862" y="625208"/>
                  </a:lnTo>
                  <a:lnTo>
                    <a:pt x="3134334" y="591794"/>
                  </a:lnTo>
                  <a:lnTo>
                    <a:pt x="3103994" y="559117"/>
                  </a:lnTo>
                  <a:lnTo>
                    <a:pt x="3072854" y="527215"/>
                  </a:lnTo>
                  <a:lnTo>
                    <a:pt x="3040951" y="496074"/>
                  </a:lnTo>
                  <a:lnTo>
                    <a:pt x="3008287" y="465734"/>
                  </a:lnTo>
                  <a:lnTo>
                    <a:pt x="2974860" y="436206"/>
                  </a:lnTo>
                  <a:lnTo>
                    <a:pt x="2940723" y="407492"/>
                  </a:lnTo>
                  <a:lnTo>
                    <a:pt x="2905861" y="379615"/>
                  </a:lnTo>
                  <a:lnTo>
                    <a:pt x="2870314" y="352602"/>
                  </a:lnTo>
                  <a:lnTo>
                    <a:pt x="2834068" y="326440"/>
                  </a:lnTo>
                  <a:lnTo>
                    <a:pt x="2797175" y="301180"/>
                  </a:lnTo>
                  <a:lnTo>
                    <a:pt x="2759608" y="276809"/>
                  </a:lnTo>
                  <a:lnTo>
                    <a:pt x="2721419" y="253365"/>
                  </a:lnTo>
                  <a:lnTo>
                    <a:pt x="2682608" y="230847"/>
                  </a:lnTo>
                  <a:lnTo>
                    <a:pt x="2643187" y="209270"/>
                  </a:lnTo>
                  <a:lnTo>
                    <a:pt x="2603182" y="188658"/>
                  </a:lnTo>
                  <a:lnTo>
                    <a:pt x="2562606" y="169024"/>
                  </a:lnTo>
                  <a:lnTo>
                    <a:pt x="2521470" y="150393"/>
                  </a:lnTo>
                  <a:lnTo>
                    <a:pt x="2479789" y="132765"/>
                  </a:lnTo>
                  <a:lnTo>
                    <a:pt x="2437574" y="116154"/>
                  </a:lnTo>
                  <a:lnTo>
                    <a:pt x="2394864" y="100596"/>
                  </a:lnTo>
                  <a:lnTo>
                    <a:pt x="2351646" y="86080"/>
                  </a:lnTo>
                  <a:lnTo>
                    <a:pt x="2307945" y="72644"/>
                  </a:lnTo>
                  <a:lnTo>
                    <a:pt x="2263787" y="60299"/>
                  </a:lnTo>
                  <a:lnTo>
                    <a:pt x="2219185" y="49047"/>
                  </a:lnTo>
                  <a:lnTo>
                    <a:pt x="2174138" y="38925"/>
                  </a:lnTo>
                  <a:lnTo>
                    <a:pt x="2128672" y="29921"/>
                  </a:lnTo>
                  <a:lnTo>
                    <a:pt x="2082812" y="22072"/>
                  </a:lnTo>
                  <a:lnTo>
                    <a:pt x="2036559" y="15392"/>
                  </a:lnTo>
                  <a:lnTo>
                    <a:pt x="1989937" y="9893"/>
                  </a:lnTo>
                  <a:lnTo>
                    <a:pt x="1942960" y="5588"/>
                  </a:lnTo>
                  <a:lnTo>
                    <a:pt x="1895640" y="2489"/>
                  </a:lnTo>
                  <a:lnTo>
                    <a:pt x="1847989" y="622"/>
                  </a:lnTo>
                  <a:lnTo>
                    <a:pt x="1800034" y="0"/>
                  </a:lnTo>
                  <a:lnTo>
                    <a:pt x="1752079" y="622"/>
                  </a:lnTo>
                  <a:lnTo>
                    <a:pt x="1704441" y="2489"/>
                  </a:lnTo>
                  <a:lnTo>
                    <a:pt x="1657121" y="5588"/>
                  </a:lnTo>
                  <a:lnTo>
                    <a:pt x="1610144" y="9893"/>
                  </a:lnTo>
                  <a:lnTo>
                    <a:pt x="1563522" y="15392"/>
                  </a:lnTo>
                  <a:lnTo>
                    <a:pt x="1517269" y="22072"/>
                  </a:lnTo>
                  <a:lnTo>
                    <a:pt x="1471396" y="29921"/>
                  </a:lnTo>
                  <a:lnTo>
                    <a:pt x="1425943" y="38925"/>
                  </a:lnTo>
                  <a:lnTo>
                    <a:pt x="1380896" y="49047"/>
                  </a:lnTo>
                  <a:lnTo>
                    <a:pt x="1336281" y="60299"/>
                  </a:lnTo>
                  <a:lnTo>
                    <a:pt x="1292123" y="72644"/>
                  </a:lnTo>
                  <a:lnTo>
                    <a:pt x="1248435" y="86080"/>
                  </a:lnTo>
                  <a:lnTo>
                    <a:pt x="1205217" y="100596"/>
                  </a:lnTo>
                  <a:lnTo>
                    <a:pt x="1162494" y="116154"/>
                  </a:lnTo>
                  <a:lnTo>
                    <a:pt x="1120292" y="132765"/>
                  </a:lnTo>
                  <a:lnTo>
                    <a:pt x="1078611" y="150393"/>
                  </a:lnTo>
                  <a:lnTo>
                    <a:pt x="1037475" y="169024"/>
                  </a:lnTo>
                  <a:lnTo>
                    <a:pt x="996886" y="188658"/>
                  </a:lnTo>
                  <a:lnTo>
                    <a:pt x="956881" y="209270"/>
                  </a:lnTo>
                  <a:lnTo>
                    <a:pt x="917460" y="230847"/>
                  </a:lnTo>
                  <a:lnTo>
                    <a:pt x="878649" y="253365"/>
                  </a:lnTo>
                  <a:lnTo>
                    <a:pt x="840460" y="276809"/>
                  </a:lnTo>
                  <a:lnTo>
                    <a:pt x="802906" y="301180"/>
                  </a:lnTo>
                  <a:lnTo>
                    <a:pt x="766000" y="326440"/>
                  </a:lnTo>
                  <a:lnTo>
                    <a:pt x="729767" y="352602"/>
                  </a:lnTo>
                  <a:lnTo>
                    <a:pt x="694207" y="379615"/>
                  </a:lnTo>
                  <a:lnTo>
                    <a:pt x="659358" y="407492"/>
                  </a:lnTo>
                  <a:lnTo>
                    <a:pt x="625208" y="436206"/>
                  </a:lnTo>
                  <a:lnTo>
                    <a:pt x="591794" y="465734"/>
                  </a:lnTo>
                  <a:lnTo>
                    <a:pt x="559130" y="496074"/>
                  </a:lnTo>
                  <a:lnTo>
                    <a:pt x="527215" y="527215"/>
                  </a:lnTo>
                  <a:lnTo>
                    <a:pt x="496087" y="559117"/>
                  </a:lnTo>
                  <a:lnTo>
                    <a:pt x="465747" y="591794"/>
                  </a:lnTo>
                  <a:lnTo>
                    <a:pt x="436206" y="625208"/>
                  </a:lnTo>
                  <a:lnTo>
                    <a:pt x="407492" y="659345"/>
                  </a:lnTo>
                  <a:lnTo>
                    <a:pt x="379628" y="694207"/>
                  </a:lnTo>
                  <a:lnTo>
                    <a:pt x="352602" y="729754"/>
                  </a:lnTo>
                  <a:lnTo>
                    <a:pt x="326453" y="766000"/>
                  </a:lnTo>
                  <a:lnTo>
                    <a:pt x="301180" y="802906"/>
                  </a:lnTo>
                  <a:lnTo>
                    <a:pt x="276821" y="840460"/>
                  </a:lnTo>
                  <a:lnTo>
                    <a:pt x="253365" y="878649"/>
                  </a:lnTo>
                  <a:lnTo>
                    <a:pt x="230847" y="917460"/>
                  </a:lnTo>
                  <a:lnTo>
                    <a:pt x="209270" y="956881"/>
                  </a:lnTo>
                  <a:lnTo>
                    <a:pt x="188671" y="996886"/>
                  </a:lnTo>
                  <a:lnTo>
                    <a:pt x="169037" y="1037463"/>
                  </a:lnTo>
                  <a:lnTo>
                    <a:pt x="150393" y="1078598"/>
                  </a:lnTo>
                  <a:lnTo>
                    <a:pt x="132765" y="1120279"/>
                  </a:lnTo>
                  <a:lnTo>
                    <a:pt x="116166" y="1162494"/>
                  </a:lnTo>
                  <a:lnTo>
                    <a:pt x="100596" y="1205217"/>
                  </a:lnTo>
                  <a:lnTo>
                    <a:pt x="86093" y="1248422"/>
                  </a:lnTo>
                  <a:lnTo>
                    <a:pt x="72656" y="1292123"/>
                  </a:lnTo>
                  <a:lnTo>
                    <a:pt x="60299" y="1336281"/>
                  </a:lnTo>
                  <a:lnTo>
                    <a:pt x="49060" y="1380896"/>
                  </a:lnTo>
                  <a:lnTo>
                    <a:pt x="38925" y="1425930"/>
                  </a:lnTo>
                  <a:lnTo>
                    <a:pt x="29933" y="1471396"/>
                  </a:lnTo>
                  <a:lnTo>
                    <a:pt x="22085" y="1517269"/>
                  </a:lnTo>
                  <a:lnTo>
                    <a:pt x="15392" y="1563509"/>
                  </a:lnTo>
                  <a:lnTo>
                    <a:pt x="9893" y="1610131"/>
                  </a:lnTo>
                  <a:lnTo>
                    <a:pt x="5588" y="1657121"/>
                  </a:lnTo>
                  <a:lnTo>
                    <a:pt x="2489" y="1704441"/>
                  </a:lnTo>
                  <a:lnTo>
                    <a:pt x="622" y="1752079"/>
                  </a:lnTo>
                  <a:lnTo>
                    <a:pt x="0" y="1800021"/>
                  </a:lnTo>
                  <a:lnTo>
                    <a:pt x="622" y="1847989"/>
                  </a:lnTo>
                  <a:lnTo>
                    <a:pt x="2489" y="1895627"/>
                  </a:lnTo>
                  <a:lnTo>
                    <a:pt x="5588" y="1942947"/>
                  </a:lnTo>
                  <a:lnTo>
                    <a:pt x="9893" y="1989937"/>
                  </a:lnTo>
                  <a:lnTo>
                    <a:pt x="15392" y="2036559"/>
                  </a:lnTo>
                  <a:lnTo>
                    <a:pt x="22085" y="2082800"/>
                  </a:lnTo>
                  <a:lnTo>
                    <a:pt x="29933" y="2128672"/>
                  </a:lnTo>
                  <a:lnTo>
                    <a:pt x="38925" y="2174138"/>
                  </a:lnTo>
                  <a:lnTo>
                    <a:pt x="49060" y="2219172"/>
                  </a:lnTo>
                  <a:lnTo>
                    <a:pt x="60299" y="2263787"/>
                  </a:lnTo>
                  <a:lnTo>
                    <a:pt x="72656" y="2307945"/>
                  </a:lnTo>
                  <a:lnTo>
                    <a:pt x="86093" y="2351646"/>
                  </a:lnTo>
                  <a:lnTo>
                    <a:pt x="100596" y="2394851"/>
                  </a:lnTo>
                  <a:lnTo>
                    <a:pt x="116166" y="2437574"/>
                  </a:lnTo>
                  <a:lnTo>
                    <a:pt x="132765" y="2479789"/>
                  </a:lnTo>
                  <a:lnTo>
                    <a:pt x="150393" y="2521470"/>
                  </a:lnTo>
                  <a:lnTo>
                    <a:pt x="169037" y="2562606"/>
                  </a:lnTo>
                  <a:lnTo>
                    <a:pt x="188671" y="2603182"/>
                  </a:lnTo>
                  <a:lnTo>
                    <a:pt x="209270" y="2643187"/>
                  </a:lnTo>
                  <a:lnTo>
                    <a:pt x="230847" y="2682608"/>
                  </a:lnTo>
                  <a:lnTo>
                    <a:pt x="253365" y="2721419"/>
                  </a:lnTo>
                  <a:lnTo>
                    <a:pt x="276821" y="2759608"/>
                  </a:lnTo>
                  <a:lnTo>
                    <a:pt x="301180" y="2797162"/>
                  </a:lnTo>
                  <a:lnTo>
                    <a:pt x="326453" y="2834068"/>
                  </a:lnTo>
                  <a:lnTo>
                    <a:pt x="352602" y="2870314"/>
                  </a:lnTo>
                  <a:lnTo>
                    <a:pt x="379628" y="2905861"/>
                  </a:lnTo>
                  <a:lnTo>
                    <a:pt x="407492" y="2940723"/>
                  </a:lnTo>
                  <a:lnTo>
                    <a:pt x="436206" y="2974860"/>
                  </a:lnTo>
                  <a:lnTo>
                    <a:pt x="465747" y="3008274"/>
                  </a:lnTo>
                  <a:lnTo>
                    <a:pt x="496087" y="3040951"/>
                  </a:lnTo>
                  <a:lnTo>
                    <a:pt x="527215" y="3072854"/>
                  </a:lnTo>
                  <a:lnTo>
                    <a:pt x="559130" y="3103981"/>
                  </a:lnTo>
                  <a:lnTo>
                    <a:pt x="591794" y="3134334"/>
                  </a:lnTo>
                  <a:lnTo>
                    <a:pt x="625208" y="3163862"/>
                  </a:lnTo>
                  <a:lnTo>
                    <a:pt x="659358" y="3192576"/>
                  </a:lnTo>
                  <a:lnTo>
                    <a:pt x="694207" y="3220453"/>
                  </a:lnTo>
                  <a:lnTo>
                    <a:pt x="729767" y="3247466"/>
                  </a:lnTo>
                  <a:lnTo>
                    <a:pt x="766000" y="3273628"/>
                  </a:lnTo>
                  <a:lnTo>
                    <a:pt x="802906" y="3298888"/>
                  </a:lnTo>
                  <a:lnTo>
                    <a:pt x="840460" y="3323259"/>
                  </a:lnTo>
                  <a:lnTo>
                    <a:pt x="878649" y="3346704"/>
                  </a:lnTo>
                  <a:lnTo>
                    <a:pt x="917460" y="3369221"/>
                  </a:lnTo>
                  <a:lnTo>
                    <a:pt x="956881" y="3390798"/>
                  </a:lnTo>
                  <a:lnTo>
                    <a:pt x="996886" y="3411410"/>
                  </a:lnTo>
                  <a:lnTo>
                    <a:pt x="1037475" y="3431044"/>
                  </a:lnTo>
                  <a:lnTo>
                    <a:pt x="1078611" y="3449675"/>
                  </a:lnTo>
                  <a:lnTo>
                    <a:pt x="1120292" y="3467303"/>
                  </a:lnTo>
                  <a:lnTo>
                    <a:pt x="1162494" y="3483914"/>
                  </a:lnTo>
                  <a:lnTo>
                    <a:pt x="1205217" y="3499472"/>
                  </a:lnTo>
                  <a:lnTo>
                    <a:pt x="1248435" y="3513988"/>
                  </a:lnTo>
                  <a:lnTo>
                    <a:pt x="1292123" y="3527425"/>
                  </a:lnTo>
                  <a:lnTo>
                    <a:pt x="1336281" y="3539769"/>
                  </a:lnTo>
                  <a:lnTo>
                    <a:pt x="1380896" y="3551021"/>
                  </a:lnTo>
                  <a:lnTo>
                    <a:pt x="1425943" y="3561143"/>
                  </a:lnTo>
                  <a:lnTo>
                    <a:pt x="1471396" y="3570147"/>
                  </a:lnTo>
                  <a:lnTo>
                    <a:pt x="1517269" y="3577996"/>
                  </a:lnTo>
                  <a:lnTo>
                    <a:pt x="1563522" y="3584676"/>
                  </a:lnTo>
                  <a:lnTo>
                    <a:pt x="1610144" y="3590175"/>
                  </a:lnTo>
                  <a:lnTo>
                    <a:pt x="1657121" y="3594481"/>
                  </a:lnTo>
                  <a:lnTo>
                    <a:pt x="1704441" y="3597579"/>
                  </a:lnTo>
                  <a:lnTo>
                    <a:pt x="1752079" y="3599446"/>
                  </a:lnTo>
                  <a:lnTo>
                    <a:pt x="1800072" y="3600069"/>
                  </a:lnTo>
                  <a:lnTo>
                    <a:pt x="1847989" y="3599446"/>
                  </a:lnTo>
                  <a:lnTo>
                    <a:pt x="1895640" y="3597579"/>
                  </a:lnTo>
                  <a:lnTo>
                    <a:pt x="1942960" y="3594481"/>
                  </a:lnTo>
                  <a:lnTo>
                    <a:pt x="1989937" y="3590175"/>
                  </a:lnTo>
                  <a:lnTo>
                    <a:pt x="2036559" y="3584676"/>
                  </a:lnTo>
                  <a:lnTo>
                    <a:pt x="2082812" y="3577996"/>
                  </a:lnTo>
                  <a:lnTo>
                    <a:pt x="2128672" y="3570147"/>
                  </a:lnTo>
                  <a:lnTo>
                    <a:pt x="2174138" y="3561143"/>
                  </a:lnTo>
                  <a:lnTo>
                    <a:pt x="2219185" y="3551021"/>
                  </a:lnTo>
                  <a:lnTo>
                    <a:pt x="2263787" y="3539769"/>
                  </a:lnTo>
                  <a:lnTo>
                    <a:pt x="2307945" y="3527425"/>
                  </a:lnTo>
                  <a:lnTo>
                    <a:pt x="2351646" y="3513988"/>
                  </a:lnTo>
                  <a:lnTo>
                    <a:pt x="2394864" y="3499472"/>
                  </a:lnTo>
                  <a:lnTo>
                    <a:pt x="2437574" y="3483914"/>
                  </a:lnTo>
                  <a:lnTo>
                    <a:pt x="2479789" y="3467303"/>
                  </a:lnTo>
                  <a:lnTo>
                    <a:pt x="2521470" y="3449675"/>
                  </a:lnTo>
                  <a:lnTo>
                    <a:pt x="2562606" y="3431044"/>
                  </a:lnTo>
                  <a:lnTo>
                    <a:pt x="2603182" y="3411410"/>
                  </a:lnTo>
                  <a:lnTo>
                    <a:pt x="2643187" y="3390798"/>
                  </a:lnTo>
                  <a:lnTo>
                    <a:pt x="2682608" y="3369221"/>
                  </a:lnTo>
                  <a:lnTo>
                    <a:pt x="2721419" y="3346704"/>
                  </a:lnTo>
                  <a:lnTo>
                    <a:pt x="2759608" y="3323259"/>
                  </a:lnTo>
                  <a:lnTo>
                    <a:pt x="2797175" y="3298888"/>
                  </a:lnTo>
                  <a:lnTo>
                    <a:pt x="2834068" y="3273628"/>
                  </a:lnTo>
                  <a:lnTo>
                    <a:pt x="2870314" y="3247466"/>
                  </a:lnTo>
                  <a:lnTo>
                    <a:pt x="2905861" y="3220453"/>
                  </a:lnTo>
                  <a:lnTo>
                    <a:pt x="2940723" y="3192576"/>
                  </a:lnTo>
                  <a:lnTo>
                    <a:pt x="2974860" y="3163862"/>
                  </a:lnTo>
                  <a:lnTo>
                    <a:pt x="3008287" y="3134334"/>
                  </a:lnTo>
                  <a:lnTo>
                    <a:pt x="3040951" y="3103981"/>
                  </a:lnTo>
                  <a:lnTo>
                    <a:pt x="3072854" y="3072854"/>
                  </a:lnTo>
                  <a:lnTo>
                    <a:pt x="3103994" y="3040951"/>
                  </a:lnTo>
                  <a:lnTo>
                    <a:pt x="3134334" y="3008274"/>
                  </a:lnTo>
                  <a:lnTo>
                    <a:pt x="3163862" y="2974860"/>
                  </a:lnTo>
                  <a:lnTo>
                    <a:pt x="3192576" y="2940723"/>
                  </a:lnTo>
                  <a:lnTo>
                    <a:pt x="3220453" y="2905861"/>
                  </a:lnTo>
                  <a:lnTo>
                    <a:pt x="3247479" y="2870314"/>
                  </a:lnTo>
                  <a:lnTo>
                    <a:pt x="3273628" y="2834068"/>
                  </a:lnTo>
                  <a:lnTo>
                    <a:pt x="3298888" y="2797162"/>
                  </a:lnTo>
                  <a:lnTo>
                    <a:pt x="3323259" y="2759608"/>
                  </a:lnTo>
                  <a:lnTo>
                    <a:pt x="3338220" y="2735224"/>
                  </a:lnTo>
                  <a:lnTo>
                    <a:pt x="4046410" y="1811718"/>
                  </a:lnTo>
                  <a:lnTo>
                    <a:pt x="4046410" y="1806689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853020" y="4179236"/>
              <a:ext cx="2971165" cy="2971165"/>
            </a:xfrm>
            <a:custGeom>
              <a:avLst/>
              <a:gdLst/>
              <a:ahLst/>
              <a:cxnLst/>
              <a:rect l="l" t="t" r="r" b="b"/>
              <a:pathLst>
                <a:path w="2971165" h="2971165">
                  <a:moveTo>
                    <a:pt x="1533553" y="763"/>
                  </a:moveTo>
                  <a:lnTo>
                    <a:pt x="1437400" y="763"/>
                  </a:lnTo>
                  <a:lnTo>
                    <a:pt x="1485477" y="0"/>
                  </a:lnTo>
                  <a:lnTo>
                    <a:pt x="1533553" y="763"/>
                  </a:lnTo>
                  <a:close/>
                </a:path>
                <a:path w="2971165" h="2971165">
                  <a:moveTo>
                    <a:pt x="1485504" y="2970954"/>
                  </a:moveTo>
                  <a:lnTo>
                    <a:pt x="1437400" y="2970191"/>
                  </a:lnTo>
                  <a:lnTo>
                    <a:pt x="1389706" y="2967917"/>
                  </a:lnTo>
                  <a:lnTo>
                    <a:pt x="1342415" y="2964154"/>
                  </a:lnTo>
                  <a:lnTo>
                    <a:pt x="1295552" y="2958927"/>
                  </a:lnTo>
                  <a:lnTo>
                    <a:pt x="1249140" y="2952257"/>
                  </a:lnTo>
                  <a:lnTo>
                    <a:pt x="1203201" y="2944169"/>
                  </a:lnTo>
                  <a:lnTo>
                    <a:pt x="1157759" y="2934685"/>
                  </a:lnTo>
                  <a:lnTo>
                    <a:pt x="1112837" y="2923828"/>
                  </a:lnTo>
                  <a:lnTo>
                    <a:pt x="1068457" y="2911621"/>
                  </a:lnTo>
                  <a:lnTo>
                    <a:pt x="1024644" y="2898087"/>
                  </a:lnTo>
                  <a:lnTo>
                    <a:pt x="981419" y="2883250"/>
                  </a:lnTo>
                  <a:lnTo>
                    <a:pt x="938806" y="2867133"/>
                  </a:lnTo>
                  <a:lnTo>
                    <a:pt x="896828" y="2849758"/>
                  </a:lnTo>
                  <a:lnTo>
                    <a:pt x="855508" y="2831148"/>
                  </a:lnTo>
                  <a:lnTo>
                    <a:pt x="814870" y="2811327"/>
                  </a:lnTo>
                  <a:lnTo>
                    <a:pt x="774935" y="2790318"/>
                  </a:lnTo>
                  <a:lnTo>
                    <a:pt x="735728" y="2768143"/>
                  </a:lnTo>
                  <a:lnTo>
                    <a:pt x="697271" y="2744826"/>
                  </a:lnTo>
                  <a:lnTo>
                    <a:pt x="659587" y="2720390"/>
                  </a:lnTo>
                  <a:lnTo>
                    <a:pt x="622700" y="2694858"/>
                  </a:lnTo>
                  <a:lnTo>
                    <a:pt x="586632" y="2668253"/>
                  </a:lnTo>
                  <a:lnTo>
                    <a:pt x="551407" y="2640597"/>
                  </a:lnTo>
                  <a:lnTo>
                    <a:pt x="517047" y="2611915"/>
                  </a:lnTo>
                  <a:lnTo>
                    <a:pt x="483576" y="2582229"/>
                  </a:lnTo>
                  <a:lnTo>
                    <a:pt x="451016" y="2551562"/>
                  </a:lnTo>
                  <a:lnTo>
                    <a:pt x="419392" y="2519937"/>
                  </a:lnTo>
                  <a:lnTo>
                    <a:pt x="388725" y="2487378"/>
                  </a:lnTo>
                  <a:lnTo>
                    <a:pt x="359038" y="2453907"/>
                  </a:lnTo>
                  <a:lnTo>
                    <a:pt x="330356" y="2419547"/>
                  </a:lnTo>
                  <a:lnTo>
                    <a:pt x="302701" y="2384321"/>
                  </a:lnTo>
                  <a:lnTo>
                    <a:pt x="276096" y="2348254"/>
                  </a:lnTo>
                  <a:lnTo>
                    <a:pt x="250564" y="2311366"/>
                  </a:lnTo>
                  <a:lnTo>
                    <a:pt x="226127" y="2273683"/>
                  </a:lnTo>
                  <a:lnTo>
                    <a:pt x="202811" y="2235226"/>
                  </a:lnTo>
                  <a:lnTo>
                    <a:pt x="180636" y="2196018"/>
                  </a:lnTo>
                  <a:lnTo>
                    <a:pt x="159627" y="2156084"/>
                  </a:lnTo>
                  <a:lnTo>
                    <a:pt x="139806" y="2115445"/>
                  </a:lnTo>
                  <a:lnTo>
                    <a:pt x="121196" y="2074125"/>
                  </a:lnTo>
                  <a:lnTo>
                    <a:pt x="103821" y="2032147"/>
                  </a:lnTo>
                  <a:lnTo>
                    <a:pt x="87703" y="1989535"/>
                  </a:lnTo>
                  <a:lnTo>
                    <a:pt x="72866" y="1946310"/>
                  </a:lnTo>
                  <a:lnTo>
                    <a:pt x="59333" y="1902496"/>
                  </a:lnTo>
                  <a:lnTo>
                    <a:pt x="47126" y="1858116"/>
                  </a:lnTo>
                  <a:lnTo>
                    <a:pt x="36269" y="1813194"/>
                  </a:lnTo>
                  <a:lnTo>
                    <a:pt x="26785" y="1767752"/>
                  </a:lnTo>
                  <a:lnTo>
                    <a:pt x="18696" y="1721813"/>
                  </a:lnTo>
                  <a:lnTo>
                    <a:pt x="12027" y="1675401"/>
                  </a:lnTo>
                  <a:lnTo>
                    <a:pt x="6799" y="1628538"/>
                  </a:lnTo>
                  <a:lnTo>
                    <a:pt x="3037" y="1581248"/>
                  </a:lnTo>
                  <a:lnTo>
                    <a:pt x="763" y="1533553"/>
                  </a:lnTo>
                  <a:lnTo>
                    <a:pt x="0" y="1485469"/>
                  </a:lnTo>
                  <a:lnTo>
                    <a:pt x="763" y="1437401"/>
                  </a:lnTo>
                  <a:lnTo>
                    <a:pt x="3037" y="1389706"/>
                  </a:lnTo>
                  <a:lnTo>
                    <a:pt x="6799" y="1342416"/>
                  </a:lnTo>
                  <a:lnTo>
                    <a:pt x="12027" y="1295553"/>
                  </a:lnTo>
                  <a:lnTo>
                    <a:pt x="18696" y="1249140"/>
                  </a:lnTo>
                  <a:lnTo>
                    <a:pt x="26785" y="1203202"/>
                  </a:lnTo>
                  <a:lnTo>
                    <a:pt x="36269" y="1157760"/>
                  </a:lnTo>
                  <a:lnTo>
                    <a:pt x="47126" y="1112837"/>
                  </a:lnTo>
                  <a:lnTo>
                    <a:pt x="59333" y="1068458"/>
                  </a:lnTo>
                  <a:lnTo>
                    <a:pt x="72866" y="1024644"/>
                  </a:lnTo>
                  <a:lnTo>
                    <a:pt x="87703" y="981419"/>
                  </a:lnTo>
                  <a:lnTo>
                    <a:pt x="103821" y="938806"/>
                  </a:lnTo>
                  <a:lnTo>
                    <a:pt x="121196" y="896828"/>
                  </a:lnTo>
                  <a:lnTo>
                    <a:pt x="139806" y="855509"/>
                  </a:lnTo>
                  <a:lnTo>
                    <a:pt x="159627" y="814870"/>
                  </a:lnTo>
                  <a:lnTo>
                    <a:pt x="180636" y="774935"/>
                  </a:lnTo>
                  <a:lnTo>
                    <a:pt x="202811" y="735728"/>
                  </a:lnTo>
                  <a:lnTo>
                    <a:pt x="226127" y="697271"/>
                  </a:lnTo>
                  <a:lnTo>
                    <a:pt x="250564" y="659587"/>
                  </a:lnTo>
                  <a:lnTo>
                    <a:pt x="276096" y="622700"/>
                  </a:lnTo>
                  <a:lnTo>
                    <a:pt x="302701" y="586632"/>
                  </a:lnTo>
                  <a:lnTo>
                    <a:pt x="330356" y="551407"/>
                  </a:lnTo>
                  <a:lnTo>
                    <a:pt x="359038" y="517047"/>
                  </a:lnTo>
                  <a:lnTo>
                    <a:pt x="388725" y="483576"/>
                  </a:lnTo>
                  <a:lnTo>
                    <a:pt x="419392" y="451016"/>
                  </a:lnTo>
                  <a:lnTo>
                    <a:pt x="451016" y="419392"/>
                  </a:lnTo>
                  <a:lnTo>
                    <a:pt x="483576" y="388725"/>
                  </a:lnTo>
                  <a:lnTo>
                    <a:pt x="517047" y="359039"/>
                  </a:lnTo>
                  <a:lnTo>
                    <a:pt x="551407" y="330356"/>
                  </a:lnTo>
                  <a:lnTo>
                    <a:pt x="586632" y="302701"/>
                  </a:lnTo>
                  <a:lnTo>
                    <a:pt x="622700" y="276096"/>
                  </a:lnTo>
                  <a:lnTo>
                    <a:pt x="659587" y="250564"/>
                  </a:lnTo>
                  <a:lnTo>
                    <a:pt x="697271" y="226128"/>
                  </a:lnTo>
                  <a:lnTo>
                    <a:pt x="735728" y="202811"/>
                  </a:lnTo>
                  <a:lnTo>
                    <a:pt x="774935" y="180636"/>
                  </a:lnTo>
                  <a:lnTo>
                    <a:pt x="814870" y="159627"/>
                  </a:lnTo>
                  <a:lnTo>
                    <a:pt x="855508" y="139806"/>
                  </a:lnTo>
                  <a:lnTo>
                    <a:pt x="896828" y="121196"/>
                  </a:lnTo>
                  <a:lnTo>
                    <a:pt x="938806" y="103821"/>
                  </a:lnTo>
                  <a:lnTo>
                    <a:pt x="981419" y="87703"/>
                  </a:lnTo>
                  <a:lnTo>
                    <a:pt x="1024644" y="72866"/>
                  </a:lnTo>
                  <a:lnTo>
                    <a:pt x="1068457" y="59333"/>
                  </a:lnTo>
                  <a:lnTo>
                    <a:pt x="1112837" y="47126"/>
                  </a:lnTo>
                  <a:lnTo>
                    <a:pt x="1157759" y="36269"/>
                  </a:lnTo>
                  <a:lnTo>
                    <a:pt x="1203201" y="26785"/>
                  </a:lnTo>
                  <a:lnTo>
                    <a:pt x="1249140" y="18697"/>
                  </a:lnTo>
                  <a:lnTo>
                    <a:pt x="1295552" y="12027"/>
                  </a:lnTo>
                  <a:lnTo>
                    <a:pt x="1342415" y="6800"/>
                  </a:lnTo>
                  <a:lnTo>
                    <a:pt x="1389706" y="3037"/>
                  </a:lnTo>
                  <a:lnTo>
                    <a:pt x="1437400" y="763"/>
                  </a:lnTo>
                  <a:lnTo>
                    <a:pt x="1533553" y="763"/>
                  </a:lnTo>
                  <a:lnTo>
                    <a:pt x="1581248" y="3037"/>
                  </a:lnTo>
                  <a:lnTo>
                    <a:pt x="1628538" y="6800"/>
                  </a:lnTo>
                  <a:lnTo>
                    <a:pt x="1675401" y="12027"/>
                  </a:lnTo>
                  <a:lnTo>
                    <a:pt x="1721813" y="18697"/>
                  </a:lnTo>
                  <a:lnTo>
                    <a:pt x="1767752" y="26785"/>
                  </a:lnTo>
                  <a:lnTo>
                    <a:pt x="1813194" y="36269"/>
                  </a:lnTo>
                  <a:lnTo>
                    <a:pt x="1858116" y="47126"/>
                  </a:lnTo>
                  <a:lnTo>
                    <a:pt x="1902496" y="59333"/>
                  </a:lnTo>
                  <a:lnTo>
                    <a:pt x="1946309" y="72866"/>
                  </a:lnTo>
                  <a:lnTo>
                    <a:pt x="1989534" y="87703"/>
                  </a:lnTo>
                  <a:lnTo>
                    <a:pt x="2032147" y="103821"/>
                  </a:lnTo>
                  <a:lnTo>
                    <a:pt x="2074125" y="121196"/>
                  </a:lnTo>
                  <a:lnTo>
                    <a:pt x="2115445" y="139806"/>
                  </a:lnTo>
                  <a:lnTo>
                    <a:pt x="2156084" y="159627"/>
                  </a:lnTo>
                  <a:lnTo>
                    <a:pt x="2196018" y="180636"/>
                  </a:lnTo>
                  <a:lnTo>
                    <a:pt x="2235225" y="202811"/>
                  </a:lnTo>
                  <a:lnTo>
                    <a:pt x="2273682" y="226128"/>
                  </a:lnTo>
                  <a:lnTo>
                    <a:pt x="2311366" y="250564"/>
                  </a:lnTo>
                  <a:lnTo>
                    <a:pt x="2348253" y="276096"/>
                  </a:lnTo>
                  <a:lnTo>
                    <a:pt x="2384321" y="302701"/>
                  </a:lnTo>
                  <a:lnTo>
                    <a:pt x="2419547" y="330356"/>
                  </a:lnTo>
                  <a:lnTo>
                    <a:pt x="2453906" y="359039"/>
                  </a:lnTo>
                  <a:lnTo>
                    <a:pt x="2487378" y="388725"/>
                  </a:lnTo>
                  <a:lnTo>
                    <a:pt x="2519937" y="419392"/>
                  </a:lnTo>
                  <a:lnTo>
                    <a:pt x="2551562" y="451016"/>
                  </a:lnTo>
                  <a:lnTo>
                    <a:pt x="2582229" y="483576"/>
                  </a:lnTo>
                  <a:lnTo>
                    <a:pt x="2611915" y="517047"/>
                  </a:lnTo>
                  <a:lnTo>
                    <a:pt x="2640597" y="551407"/>
                  </a:lnTo>
                  <a:lnTo>
                    <a:pt x="2668252" y="586632"/>
                  </a:lnTo>
                  <a:lnTo>
                    <a:pt x="2694858" y="622700"/>
                  </a:lnTo>
                  <a:lnTo>
                    <a:pt x="2720390" y="659587"/>
                  </a:lnTo>
                  <a:lnTo>
                    <a:pt x="2744826" y="697271"/>
                  </a:lnTo>
                  <a:lnTo>
                    <a:pt x="2768143" y="735728"/>
                  </a:lnTo>
                  <a:lnTo>
                    <a:pt x="2790317" y="774935"/>
                  </a:lnTo>
                  <a:lnTo>
                    <a:pt x="2811327" y="814870"/>
                  </a:lnTo>
                  <a:lnTo>
                    <a:pt x="2831148" y="855509"/>
                  </a:lnTo>
                  <a:lnTo>
                    <a:pt x="2849757" y="896828"/>
                  </a:lnTo>
                  <a:lnTo>
                    <a:pt x="2867132" y="938806"/>
                  </a:lnTo>
                  <a:lnTo>
                    <a:pt x="2883250" y="981419"/>
                  </a:lnTo>
                  <a:lnTo>
                    <a:pt x="2898087" y="1024644"/>
                  </a:lnTo>
                  <a:lnTo>
                    <a:pt x="2911621" y="1068458"/>
                  </a:lnTo>
                  <a:lnTo>
                    <a:pt x="2923827" y="1112837"/>
                  </a:lnTo>
                  <a:lnTo>
                    <a:pt x="2934684" y="1157760"/>
                  </a:lnTo>
                  <a:lnTo>
                    <a:pt x="2944168" y="1203202"/>
                  </a:lnTo>
                  <a:lnTo>
                    <a:pt x="2952257" y="1249140"/>
                  </a:lnTo>
                  <a:lnTo>
                    <a:pt x="2958926" y="1295553"/>
                  </a:lnTo>
                  <a:lnTo>
                    <a:pt x="2964154" y="1342416"/>
                  </a:lnTo>
                  <a:lnTo>
                    <a:pt x="2967916" y="1389706"/>
                  </a:lnTo>
                  <a:lnTo>
                    <a:pt x="2970191" y="1437401"/>
                  </a:lnTo>
                  <a:lnTo>
                    <a:pt x="2970954" y="1485478"/>
                  </a:lnTo>
                  <a:lnTo>
                    <a:pt x="2970191" y="1533553"/>
                  </a:lnTo>
                  <a:lnTo>
                    <a:pt x="2967916" y="1581248"/>
                  </a:lnTo>
                  <a:lnTo>
                    <a:pt x="2964154" y="1628538"/>
                  </a:lnTo>
                  <a:lnTo>
                    <a:pt x="2958926" y="1675401"/>
                  </a:lnTo>
                  <a:lnTo>
                    <a:pt x="2952257" y="1721813"/>
                  </a:lnTo>
                  <a:lnTo>
                    <a:pt x="2944168" y="1767752"/>
                  </a:lnTo>
                  <a:lnTo>
                    <a:pt x="2934684" y="1813194"/>
                  </a:lnTo>
                  <a:lnTo>
                    <a:pt x="2923827" y="1858116"/>
                  </a:lnTo>
                  <a:lnTo>
                    <a:pt x="2911621" y="1902496"/>
                  </a:lnTo>
                  <a:lnTo>
                    <a:pt x="2898087" y="1946310"/>
                  </a:lnTo>
                  <a:lnTo>
                    <a:pt x="2883250" y="1989535"/>
                  </a:lnTo>
                  <a:lnTo>
                    <a:pt x="2867132" y="2032147"/>
                  </a:lnTo>
                  <a:lnTo>
                    <a:pt x="2849757" y="2074125"/>
                  </a:lnTo>
                  <a:lnTo>
                    <a:pt x="2831148" y="2115445"/>
                  </a:lnTo>
                  <a:lnTo>
                    <a:pt x="2811327" y="2156084"/>
                  </a:lnTo>
                  <a:lnTo>
                    <a:pt x="2790317" y="2196018"/>
                  </a:lnTo>
                  <a:lnTo>
                    <a:pt x="2768143" y="2235226"/>
                  </a:lnTo>
                  <a:lnTo>
                    <a:pt x="2744826" y="2273683"/>
                  </a:lnTo>
                  <a:lnTo>
                    <a:pt x="2720390" y="2311366"/>
                  </a:lnTo>
                  <a:lnTo>
                    <a:pt x="2694858" y="2348254"/>
                  </a:lnTo>
                  <a:lnTo>
                    <a:pt x="2668252" y="2384321"/>
                  </a:lnTo>
                  <a:lnTo>
                    <a:pt x="2640597" y="2419547"/>
                  </a:lnTo>
                  <a:lnTo>
                    <a:pt x="2611915" y="2453907"/>
                  </a:lnTo>
                  <a:lnTo>
                    <a:pt x="2582229" y="2487378"/>
                  </a:lnTo>
                  <a:lnTo>
                    <a:pt x="2551562" y="2519937"/>
                  </a:lnTo>
                  <a:lnTo>
                    <a:pt x="2519937" y="2551562"/>
                  </a:lnTo>
                  <a:lnTo>
                    <a:pt x="2487378" y="2582229"/>
                  </a:lnTo>
                  <a:lnTo>
                    <a:pt x="2453906" y="2611915"/>
                  </a:lnTo>
                  <a:lnTo>
                    <a:pt x="2419547" y="2640597"/>
                  </a:lnTo>
                  <a:lnTo>
                    <a:pt x="2384321" y="2668253"/>
                  </a:lnTo>
                  <a:lnTo>
                    <a:pt x="2348253" y="2694858"/>
                  </a:lnTo>
                  <a:lnTo>
                    <a:pt x="2311366" y="2720390"/>
                  </a:lnTo>
                  <a:lnTo>
                    <a:pt x="2273682" y="2744826"/>
                  </a:lnTo>
                  <a:lnTo>
                    <a:pt x="2235225" y="2768143"/>
                  </a:lnTo>
                  <a:lnTo>
                    <a:pt x="2196018" y="2790318"/>
                  </a:lnTo>
                  <a:lnTo>
                    <a:pt x="2156084" y="2811327"/>
                  </a:lnTo>
                  <a:lnTo>
                    <a:pt x="2115445" y="2831148"/>
                  </a:lnTo>
                  <a:lnTo>
                    <a:pt x="2074125" y="2849758"/>
                  </a:lnTo>
                  <a:lnTo>
                    <a:pt x="2032147" y="2867133"/>
                  </a:lnTo>
                  <a:lnTo>
                    <a:pt x="1989534" y="2883250"/>
                  </a:lnTo>
                  <a:lnTo>
                    <a:pt x="1946309" y="2898087"/>
                  </a:lnTo>
                  <a:lnTo>
                    <a:pt x="1902496" y="2911621"/>
                  </a:lnTo>
                  <a:lnTo>
                    <a:pt x="1858116" y="2923828"/>
                  </a:lnTo>
                  <a:lnTo>
                    <a:pt x="1813194" y="2934685"/>
                  </a:lnTo>
                  <a:lnTo>
                    <a:pt x="1767752" y="2944169"/>
                  </a:lnTo>
                  <a:lnTo>
                    <a:pt x="1721813" y="2952257"/>
                  </a:lnTo>
                  <a:lnTo>
                    <a:pt x="1675401" y="2958927"/>
                  </a:lnTo>
                  <a:lnTo>
                    <a:pt x="1628538" y="2964154"/>
                  </a:lnTo>
                  <a:lnTo>
                    <a:pt x="1581248" y="2967917"/>
                  </a:lnTo>
                  <a:lnTo>
                    <a:pt x="1533553" y="2970191"/>
                  </a:lnTo>
                  <a:lnTo>
                    <a:pt x="1485504" y="2970954"/>
                  </a:lnTo>
                  <a:close/>
                </a:path>
              </a:pathLst>
            </a:custGeom>
            <a:solidFill>
              <a:srgbClr val="FFFD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298249" y="3864685"/>
              <a:ext cx="4046854" cy="3600450"/>
            </a:xfrm>
            <a:custGeom>
              <a:avLst/>
              <a:gdLst/>
              <a:ahLst/>
              <a:cxnLst/>
              <a:rect l="l" t="t" r="r" b="b"/>
              <a:pathLst>
                <a:path w="4046854" h="3600450">
                  <a:moveTo>
                    <a:pt x="4046410" y="1806689"/>
                  </a:moveTo>
                  <a:lnTo>
                    <a:pt x="3380956" y="938911"/>
                  </a:lnTo>
                  <a:lnTo>
                    <a:pt x="3369221" y="917460"/>
                  </a:lnTo>
                  <a:lnTo>
                    <a:pt x="3346704" y="878649"/>
                  </a:lnTo>
                  <a:lnTo>
                    <a:pt x="3323259" y="840460"/>
                  </a:lnTo>
                  <a:lnTo>
                    <a:pt x="3298888" y="802906"/>
                  </a:lnTo>
                  <a:lnTo>
                    <a:pt x="3273628" y="766000"/>
                  </a:lnTo>
                  <a:lnTo>
                    <a:pt x="3247466" y="729754"/>
                  </a:lnTo>
                  <a:lnTo>
                    <a:pt x="3220453" y="694207"/>
                  </a:lnTo>
                  <a:lnTo>
                    <a:pt x="3192576" y="659345"/>
                  </a:lnTo>
                  <a:lnTo>
                    <a:pt x="3163862" y="625208"/>
                  </a:lnTo>
                  <a:lnTo>
                    <a:pt x="3134334" y="591794"/>
                  </a:lnTo>
                  <a:lnTo>
                    <a:pt x="3103994" y="559117"/>
                  </a:lnTo>
                  <a:lnTo>
                    <a:pt x="3072854" y="527215"/>
                  </a:lnTo>
                  <a:lnTo>
                    <a:pt x="3040951" y="496074"/>
                  </a:lnTo>
                  <a:lnTo>
                    <a:pt x="3008274" y="465734"/>
                  </a:lnTo>
                  <a:lnTo>
                    <a:pt x="2974860" y="436206"/>
                  </a:lnTo>
                  <a:lnTo>
                    <a:pt x="2940723" y="407492"/>
                  </a:lnTo>
                  <a:lnTo>
                    <a:pt x="2905861" y="379615"/>
                  </a:lnTo>
                  <a:lnTo>
                    <a:pt x="2870314" y="352602"/>
                  </a:lnTo>
                  <a:lnTo>
                    <a:pt x="2834068" y="326440"/>
                  </a:lnTo>
                  <a:lnTo>
                    <a:pt x="2797162" y="301180"/>
                  </a:lnTo>
                  <a:lnTo>
                    <a:pt x="2759608" y="276809"/>
                  </a:lnTo>
                  <a:lnTo>
                    <a:pt x="2721419" y="253365"/>
                  </a:lnTo>
                  <a:lnTo>
                    <a:pt x="2682608" y="230847"/>
                  </a:lnTo>
                  <a:lnTo>
                    <a:pt x="2643187" y="209270"/>
                  </a:lnTo>
                  <a:lnTo>
                    <a:pt x="2603182" y="188658"/>
                  </a:lnTo>
                  <a:lnTo>
                    <a:pt x="2562606" y="169024"/>
                  </a:lnTo>
                  <a:lnTo>
                    <a:pt x="2521470" y="150393"/>
                  </a:lnTo>
                  <a:lnTo>
                    <a:pt x="2479789" y="132765"/>
                  </a:lnTo>
                  <a:lnTo>
                    <a:pt x="2437574" y="116154"/>
                  </a:lnTo>
                  <a:lnTo>
                    <a:pt x="2394851" y="100596"/>
                  </a:lnTo>
                  <a:lnTo>
                    <a:pt x="2351646" y="86080"/>
                  </a:lnTo>
                  <a:lnTo>
                    <a:pt x="2307945" y="72644"/>
                  </a:lnTo>
                  <a:lnTo>
                    <a:pt x="2263787" y="60299"/>
                  </a:lnTo>
                  <a:lnTo>
                    <a:pt x="2219172" y="49047"/>
                  </a:lnTo>
                  <a:lnTo>
                    <a:pt x="2174138" y="38925"/>
                  </a:lnTo>
                  <a:lnTo>
                    <a:pt x="2128672" y="29921"/>
                  </a:lnTo>
                  <a:lnTo>
                    <a:pt x="2082812" y="22072"/>
                  </a:lnTo>
                  <a:lnTo>
                    <a:pt x="2036559" y="15392"/>
                  </a:lnTo>
                  <a:lnTo>
                    <a:pt x="1989937" y="9893"/>
                  </a:lnTo>
                  <a:lnTo>
                    <a:pt x="1942947" y="5588"/>
                  </a:lnTo>
                  <a:lnTo>
                    <a:pt x="1895627" y="2489"/>
                  </a:lnTo>
                  <a:lnTo>
                    <a:pt x="1847989" y="622"/>
                  </a:lnTo>
                  <a:lnTo>
                    <a:pt x="1800034" y="0"/>
                  </a:lnTo>
                  <a:lnTo>
                    <a:pt x="1752079" y="622"/>
                  </a:lnTo>
                  <a:lnTo>
                    <a:pt x="1704441" y="2489"/>
                  </a:lnTo>
                  <a:lnTo>
                    <a:pt x="1657121" y="5588"/>
                  </a:lnTo>
                  <a:lnTo>
                    <a:pt x="1610144" y="9893"/>
                  </a:lnTo>
                  <a:lnTo>
                    <a:pt x="1563509" y="15392"/>
                  </a:lnTo>
                  <a:lnTo>
                    <a:pt x="1517269" y="22072"/>
                  </a:lnTo>
                  <a:lnTo>
                    <a:pt x="1471396" y="29921"/>
                  </a:lnTo>
                  <a:lnTo>
                    <a:pt x="1425943" y="38925"/>
                  </a:lnTo>
                  <a:lnTo>
                    <a:pt x="1380896" y="49047"/>
                  </a:lnTo>
                  <a:lnTo>
                    <a:pt x="1336281" y="60299"/>
                  </a:lnTo>
                  <a:lnTo>
                    <a:pt x="1292123" y="72644"/>
                  </a:lnTo>
                  <a:lnTo>
                    <a:pt x="1248422" y="86080"/>
                  </a:lnTo>
                  <a:lnTo>
                    <a:pt x="1205217" y="100596"/>
                  </a:lnTo>
                  <a:lnTo>
                    <a:pt x="1162494" y="116154"/>
                  </a:lnTo>
                  <a:lnTo>
                    <a:pt x="1120279" y="132765"/>
                  </a:lnTo>
                  <a:lnTo>
                    <a:pt x="1078611" y="150393"/>
                  </a:lnTo>
                  <a:lnTo>
                    <a:pt x="1037463" y="169024"/>
                  </a:lnTo>
                  <a:lnTo>
                    <a:pt x="996886" y="188658"/>
                  </a:lnTo>
                  <a:lnTo>
                    <a:pt x="956881" y="209270"/>
                  </a:lnTo>
                  <a:lnTo>
                    <a:pt x="917460" y="230847"/>
                  </a:lnTo>
                  <a:lnTo>
                    <a:pt x="878649" y="253365"/>
                  </a:lnTo>
                  <a:lnTo>
                    <a:pt x="840460" y="276809"/>
                  </a:lnTo>
                  <a:lnTo>
                    <a:pt x="802906" y="301180"/>
                  </a:lnTo>
                  <a:lnTo>
                    <a:pt x="766000" y="326440"/>
                  </a:lnTo>
                  <a:lnTo>
                    <a:pt x="729767" y="352602"/>
                  </a:lnTo>
                  <a:lnTo>
                    <a:pt x="694207" y="379615"/>
                  </a:lnTo>
                  <a:lnTo>
                    <a:pt x="659345" y="407492"/>
                  </a:lnTo>
                  <a:lnTo>
                    <a:pt x="625208" y="436206"/>
                  </a:lnTo>
                  <a:lnTo>
                    <a:pt x="591794" y="465734"/>
                  </a:lnTo>
                  <a:lnTo>
                    <a:pt x="559117" y="496074"/>
                  </a:lnTo>
                  <a:lnTo>
                    <a:pt x="527215" y="527215"/>
                  </a:lnTo>
                  <a:lnTo>
                    <a:pt x="496087" y="559117"/>
                  </a:lnTo>
                  <a:lnTo>
                    <a:pt x="465734" y="591794"/>
                  </a:lnTo>
                  <a:lnTo>
                    <a:pt x="436206" y="625208"/>
                  </a:lnTo>
                  <a:lnTo>
                    <a:pt x="407492" y="659345"/>
                  </a:lnTo>
                  <a:lnTo>
                    <a:pt x="379615" y="694207"/>
                  </a:lnTo>
                  <a:lnTo>
                    <a:pt x="352602" y="729754"/>
                  </a:lnTo>
                  <a:lnTo>
                    <a:pt x="326453" y="766000"/>
                  </a:lnTo>
                  <a:lnTo>
                    <a:pt x="301180" y="802906"/>
                  </a:lnTo>
                  <a:lnTo>
                    <a:pt x="276809" y="840460"/>
                  </a:lnTo>
                  <a:lnTo>
                    <a:pt x="253365" y="878649"/>
                  </a:lnTo>
                  <a:lnTo>
                    <a:pt x="230847" y="917460"/>
                  </a:lnTo>
                  <a:lnTo>
                    <a:pt x="209270" y="956881"/>
                  </a:lnTo>
                  <a:lnTo>
                    <a:pt x="188658" y="996886"/>
                  </a:lnTo>
                  <a:lnTo>
                    <a:pt x="169037" y="1037463"/>
                  </a:lnTo>
                  <a:lnTo>
                    <a:pt x="150393" y="1078598"/>
                  </a:lnTo>
                  <a:lnTo>
                    <a:pt x="132765" y="1120279"/>
                  </a:lnTo>
                  <a:lnTo>
                    <a:pt x="116154" y="1162494"/>
                  </a:lnTo>
                  <a:lnTo>
                    <a:pt x="100596" y="1205217"/>
                  </a:lnTo>
                  <a:lnTo>
                    <a:pt x="86080" y="1248422"/>
                  </a:lnTo>
                  <a:lnTo>
                    <a:pt x="72644" y="1292123"/>
                  </a:lnTo>
                  <a:lnTo>
                    <a:pt x="60299" y="1336281"/>
                  </a:lnTo>
                  <a:lnTo>
                    <a:pt x="49047" y="1380896"/>
                  </a:lnTo>
                  <a:lnTo>
                    <a:pt x="38925" y="1425930"/>
                  </a:lnTo>
                  <a:lnTo>
                    <a:pt x="29921" y="1471396"/>
                  </a:lnTo>
                  <a:lnTo>
                    <a:pt x="22072" y="1517269"/>
                  </a:lnTo>
                  <a:lnTo>
                    <a:pt x="15392" y="1563509"/>
                  </a:lnTo>
                  <a:lnTo>
                    <a:pt x="9893" y="1610131"/>
                  </a:lnTo>
                  <a:lnTo>
                    <a:pt x="5588" y="1657121"/>
                  </a:lnTo>
                  <a:lnTo>
                    <a:pt x="2489" y="1704441"/>
                  </a:lnTo>
                  <a:lnTo>
                    <a:pt x="622" y="1752079"/>
                  </a:lnTo>
                  <a:lnTo>
                    <a:pt x="0" y="1800047"/>
                  </a:lnTo>
                  <a:lnTo>
                    <a:pt x="622" y="1847989"/>
                  </a:lnTo>
                  <a:lnTo>
                    <a:pt x="2489" y="1895627"/>
                  </a:lnTo>
                  <a:lnTo>
                    <a:pt x="5588" y="1942947"/>
                  </a:lnTo>
                  <a:lnTo>
                    <a:pt x="9893" y="1989937"/>
                  </a:lnTo>
                  <a:lnTo>
                    <a:pt x="15392" y="2036559"/>
                  </a:lnTo>
                  <a:lnTo>
                    <a:pt x="22072" y="2082800"/>
                  </a:lnTo>
                  <a:lnTo>
                    <a:pt x="29921" y="2128672"/>
                  </a:lnTo>
                  <a:lnTo>
                    <a:pt x="38925" y="2174138"/>
                  </a:lnTo>
                  <a:lnTo>
                    <a:pt x="49047" y="2219172"/>
                  </a:lnTo>
                  <a:lnTo>
                    <a:pt x="60299" y="2263787"/>
                  </a:lnTo>
                  <a:lnTo>
                    <a:pt x="72644" y="2307945"/>
                  </a:lnTo>
                  <a:lnTo>
                    <a:pt x="86080" y="2351646"/>
                  </a:lnTo>
                  <a:lnTo>
                    <a:pt x="100596" y="2394851"/>
                  </a:lnTo>
                  <a:lnTo>
                    <a:pt x="116154" y="2437574"/>
                  </a:lnTo>
                  <a:lnTo>
                    <a:pt x="132765" y="2479789"/>
                  </a:lnTo>
                  <a:lnTo>
                    <a:pt x="150393" y="2521470"/>
                  </a:lnTo>
                  <a:lnTo>
                    <a:pt x="169037" y="2562606"/>
                  </a:lnTo>
                  <a:lnTo>
                    <a:pt x="188658" y="2603182"/>
                  </a:lnTo>
                  <a:lnTo>
                    <a:pt x="209270" y="2643187"/>
                  </a:lnTo>
                  <a:lnTo>
                    <a:pt x="230847" y="2682608"/>
                  </a:lnTo>
                  <a:lnTo>
                    <a:pt x="253365" y="2721419"/>
                  </a:lnTo>
                  <a:lnTo>
                    <a:pt x="276809" y="2759608"/>
                  </a:lnTo>
                  <a:lnTo>
                    <a:pt x="301180" y="2797162"/>
                  </a:lnTo>
                  <a:lnTo>
                    <a:pt x="326453" y="2834068"/>
                  </a:lnTo>
                  <a:lnTo>
                    <a:pt x="352602" y="2870314"/>
                  </a:lnTo>
                  <a:lnTo>
                    <a:pt x="379615" y="2905861"/>
                  </a:lnTo>
                  <a:lnTo>
                    <a:pt x="407492" y="2940723"/>
                  </a:lnTo>
                  <a:lnTo>
                    <a:pt x="436206" y="2974860"/>
                  </a:lnTo>
                  <a:lnTo>
                    <a:pt x="465734" y="3008274"/>
                  </a:lnTo>
                  <a:lnTo>
                    <a:pt x="496087" y="3040951"/>
                  </a:lnTo>
                  <a:lnTo>
                    <a:pt x="527215" y="3072854"/>
                  </a:lnTo>
                  <a:lnTo>
                    <a:pt x="559117" y="3103981"/>
                  </a:lnTo>
                  <a:lnTo>
                    <a:pt x="591794" y="3134334"/>
                  </a:lnTo>
                  <a:lnTo>
                    <a:pt x="625208" y="3163862"/>
                  </a:lnTo>
                  <a:lnTo>
                    <a:pt x="659345" y="3192576"/>
                  </a:lnTo>
                  <a:lnTo>
                    <a:pt x="694207" y="3220453"/>
                  </a:lnTo>
                  <a:lnTo>
                    <a:pt x="729767" y="3247466"/>
                  </a:lnTo>
                  <a:lnTo>
                    <a:pt x="766000" y="3273628"/>
                  </a:lnTo>
                  <a:lnTo>
                    <a:pt x="802906" y="3298888"/>
                  </a:lnTo>
                  <a:lnTo>
                    <a:pt x="840460" y="3323259"/>
                  </a:lnTo>
                  <a:lnTo>
                    <a:pt x="878649" y="3346704"/>
                  </a:lnTo>
                  <a:lnTo>
                    <a:pt x="917460" y="3369221"/>
                  </a:lnTo>
                  <a:lnTo>
                    <a:pt x="956881" y="3390798"/>
                  </a:lnTo>
                  <a:lnTo>
                    <a:pt x="996886" y="3411410"/>
                  </a:lnTo>
                  <a:lnTo>
                    <a:pt x="1037463" y="3431044"/>
                  </a:lnTo>
                  <a:lnTo>
                    <a:pt x="1078611" y="3449675"/>
                  </a:lnTo>
                  <a:lnTo>
                    <a:pt x="1120279" y="3467303"/>
                  </a:lnTo>
                  <a:lnTo>
                    <a:pt x="1162494" y="3483914"/>
                  </a:lnTo>
                  <a:lnTo>
                    <a:pt x="1205217" y="3499472"/>
                  </a:lnTo>
                  <a:lnTo>
                    <a:pt x="1248422" y="3513988"/>
                  </a:lnTo>
                  <a:lnTo>
                    <a:pt x="1292123" y="3527425"/>
                  </a:lnTo>
                  <a:lnTo>
                    <a:pt x="1336281" y="3539769"/>
                  </a:lnTo>
                  <a:lnTo>
                    <a:pt x="1380896" y="3551021"/>
                  </a:lnTo>
                  <a:lnTo>
                    <a:pt x="1425943" y="3561143"/>
                  </a:lnTo>
                  <a:lnTo>
                    <a:pt x="1471396" y="3570147"/>
                  </a:lnTo>
                  <a:lnTo>
                    <a:pt x="1517269" y="3577996"/>
                  </a:lnTo>
                  <a:lnTo>
                    <a:pt x="1563509" y="3584676"/>
                  </a:lnTo>
                  <a:lnTo>
                    <a:pt x="1610144" y="3590175"/>
                  </a:lnTo>
                  <a:lnTo>
                    <a:pt x="1657121" y="3594481"/>
                  </a:lnTo>
                  <a:lnTo>
                    <a:pt x="1704441" y="3597579"/>
                  </a:lnTo>
                  <a:lnTo>
                    <a:pt x="1752079" y="3599446"/>
                  </a:lnTo>
                  <a:lnTo>
                    <a:pt x="1800072" y="3600069"/>
                  </a:lnTo>
                  <a:lnTo>
                    <a:pt x="1847989" y="3599446"/>
                  </a:lnTo>
                  <a:lnTo>
                    <a:pt x="1895627" y="3597579"/>
                  </a:lnTo>
                  <a:lnTo>
                    <a:pt x="1942947" y="3594481"/>
                  </a:lnTo>
                  <a:lnTo>
                    <a:pt x="1989937" y="3590175"/>
                  </a:lnTo>
                  <a:lnTo>
                    <a:pt x="2036559" y="3584676"/>
                  </a:lnTo>
                  <a:lnTo>
                    <a:pt x="2082812" y="3577996"/>
                  </a:lnTo>
                  <a:lnTo>
                    <a:pt x="2128672" y="3570147"/>
                  </a:lnTo>
                  <a:lnTo>
                    <a:pt x="2174138" y="3561143"/>
                  </a:lnTo>
                  <a:lnTo>
                    <a:pt x="2219172" y="3551021"/>
                  </a:lnTo>
                  <a:lnTo>
                    <a:pt x="2263787" y="3539769"/>
                  </a:lnTo>
                  <a:lnTo>
                    <a:pt x="2307945" y="3527425"/>
                  </a:lnTo>
                  <a:lnTo>
                    <a:pt x="2351646" y="3513988"/>
                  </a:lnTo>
                  <a:lnTo>
                    <a:pt x="2394851" y="3499472"/>
                  </a:lnTo>
                  <a:lnTo>
                    <a:pt x="2437574" y="3483914"/>
                  </a:lnTo>
                  <a:lnTo>
                    <a:pt x="2479789" y="3467303"/>
                  </a:lnTo>
                  <a:lnTo>
                    <a:pt x="2521470" y="3449675"/>
                  </a:lnTo>
                  <a:lnTo>
                    <a:pt x="2562606" y="3431044"/>
                  </a:lnTo>
                  <a:lnTo>
                    <a:pt x="2603182" y="3411410"/>
                  </a:lnTo>
                  <a:lnTo>
                    <a:pt x="2643187" y="3390798"/>
                  </a:lnTo>
                  <a:lnTo>
                    <a:pt x="2682608" y="3369221"/>
                  </a:lnTo>
                  <a:lnTo>
                    <a:pt x="2721419" y="3346704"/>
                  </a:lnTo>
                  <a:lnTo>
                    <a:pt x="2759608" y="3323259"/>
                  </a:lnTo>
                  <a:lnTo>
                    <a:pt x="2797162" y="3298888"/>
                  </a:lnTo>
                  <a:lnTo>
                    <a:pt x="2834068" y="3273628"/>
                  </a:lnTo>
                  <a:lnTo>
                    <a:pt x="2870314" y="3247466"/>
                  </a:lnTo>
                  <a:lnTo>
                    <a:pt x="2905861" y="3220453"/>
                  </a:lnTo>
                  <a:lnTo>
                    <a:pt x="2940723" y="3192576"/>
                  </a:lnTo>
                  <a:lnTo>
                    <a:pt x="2974860" y="3163862"/>
                  </a:lnTo>
                  <a:lnTo>
                    <a:pt x="3008274" y="3134334"/>
                  </a:lnTo>
                  <a:lnTo>
                    <a:pt x="3040951" y="3103981"/>
                  </a:lnTo>
                  <a:lnTo>
                    <a:pt x="3072854" y="3072854"/>
                  </a:lnTo>
                  <a:lnTo>
                    <a:pt x="3103994" y="3040951"/>
                  </a:lnTo>
                  <a:lnTo>
                    <a:pt x="3134334" y="3008274"/>
                  </a:lnTo>
                  <a:lnTo>
                    <a:pt x="3163862" y="2974860"/>
                  </a:lnTo>
                  <a:lnTo>
                    <a:pt x="3192576" y="2940723"/>
                  </a:lnTo>
                  <a:lnTo>
                    <a:pt x="3220453" y="2905861"/>
                  </a:lnTo>
                  <a:lnTo>
                    <a:pt x="3247466" y="2870314"/>
                  </a:lnTo>
                  <a:lnTo>
                    <a:pt x="3273628" y="2834068"/>
                  </a:lnTo>
                  <a:lnTo>
                    <a:pt x="3298888" y="2797162"/>
                  </a:lnTo>
                  <a:lnTo>
                    <a:pt x="3323259" y="2759608"/>
                  </a:lnTo>
                  <a:lnTo>
                    <a:pt x="3338220" y="2735224"/>
                  </a:lnTo>
                  <a:lnTo>
                    <a:pt x="4046410" y="1811718"/>
                  </a:lnTo>
                  <a:lnTo>
                    <a:pt x="4046410" y="1806689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12814" y="4179236"/>
              <a:ext cx="2971165" cy="2971165"/>
            </a:xfrm>
            <a:custGeom>
              <a:avLst/>
              <a:gdLst/>
              <a:ahLst/>
              <a:cxnLst/>
              <a:rect l="l" t="t" r="r" b="b"/>
              <a:pathLst>
                <a:path w="2971165" h="2971165">
                  <a:moveTo>
                    <a:pt x="1533553" y="763"/>
                  </a:moveTo>
                  <a:lnTo>
                    <a:pt x="1437400" y="763"/>
                  </a:lnTo>
                  <a:lnTo>
                    <a:pt x="1485476" y="0"/>
                  </a:lnTo>
                  <a:lnTo>
                    <a:pt x="1533553" y="763"/>
                  </a:lnTo>
                  <a:close/>
                </a:path>
                <a:path w="2971165" h="2971165">
                  <a:moveTo>
                    <a:pt x="1485504" y="2970954"/>
                  </a:moveTo>
                  <a:lnTo>
                    <a:pt x="1437400" y="2970191"/>
                  </a:lnTo>
                  <a:lnTo>
                    <a:pt x="1389705" y="2967917"/>
                  </a:lnTo>
                  <a:lnTo>
                    <a:pt x="1342415" y="2964154"/>
                  </a:lnTo>
                  <a:lnTo>
                    <a:pt x="1295552" y="2958927"/>
                  </a:lnTo>
                  <a:lnTo>
                    <a:pt x="1249140" y="2952257"/>
                  </a:lnTo>
                  <a:lnTo>
                    <a:pt x="1203201" y="2944169"/>
                  </a:lnTo>
                  <a:lnTo>
                    <a:pt x="1157759" y="2934685"/>
                  </a:lnTo>
                  <a:lnTo>
                    <a:pt x="1112837" y="2923828"/>
                  </a:lnTo>
                  <a:lnTo>
                    <a:pt x="1068457" y="2911621"/>
                  </a:lnTo>
                  <a:lnTo>
                    <a:pt x="1024644" y="2898087"/>
                  </a:lnTo>
                  <a:lnTo>
                    <a:pt x="981419" y="2883250"/>
                  </a:lnTo>
                  <a:lnTo>
                    <a:pt x="938806" y="2867133"/>
                  </a:lnTo>
                  <a:lnTo>
                    <a:pt x="896828" y="2849758"/>
                  </a:lnTo>
                  <a:lnTo>
                    <a:pt x="855508" y="2831148"/>
                  </a:lnTo>
                  <a:lnTo>
                    <a:pt x="814870" y="2811327"/>
                  </a:lnTo>
                  <a:lnTo>
                    <a:pt x="774935" y="2790318"/>
                  </a:lnTo>
                  <a:lnTo>
                    <a:pt x="735728" y="2768143"/>
                  </a:lnTo>
                  <a:lnTo>
                    <a:pt x="697271" y="2744826"/>
                  </a:lnTo>
                  <a:lnTo>
                    <a:pt x="659587" y="2720390"/>
                  </a:lnTo>
                  <a:lnTo>
                    <a:pt x="622700" y="2694858"/>
                  </a:lnTo>
                  <a:lnTo>
                    <a:pt x="586632" y="2668253"/>
                  </a:lnTo>
                  <a:lnTo>
                    <a:pt x="551407" y="2640597"/>
                  </a:lnTo>
                  <a:lnTo>
                    <a:pt x="517047" y="2611915"/>
                  </a:lnTo>
                  <a:lnTo>
                    <a:pt x="483576" y="2582229"/>
                  </a:lnTo>
                  <a:lnTo>
                    <a:pt x="451016" y="2551562"/>
                  </a:lnTo>
                  <a:lnTo>
                    <a:pt x="419392" y="2519937"/>
                  </a:lnTo>
                  <a:lnTo>
                    <a:pt x="388725" y="2487378"/>
                  </a:lnTo>
                  <a:lnTo>
                    <a:pt x="359039" y="2453907"/>
                  </a:lnTo>
                  <a:lnTo>
                    <a:pt x="330356" y="2419547"/>
                  </a:lnTo>
                  <a:lnTo>
                    <a:pt x="302701" y="2384321"/>
                  </a:lnTo>
                  <a:lnTo>
                    <a:pt x="276096" y="2348254"/>
                  </a:lnTo>
                  <a:lnTo>
                    <a:pt x="250564" y="2311366"/>
                  </a:lnTo>
                  <a:lnTo>
                    <a:pt x="226128" y="2273683"/>
                  </a:lnTo>
                  <a:lnTo>
                    <a:pt x="202811" y="2235226"/>
                  </a:lnTo>
                  <a:lnTo>
                    <a:pt x="180636" y="2196018"/>
                  </a:lnTo>
                  <a:lnTo>
                    <a:pt x="159627" y="2156084"/>
                  </a:lnTo>
                  <a:lnTo>
                    <a:pt x="139806" y="2115445"/>
                  </a:lnTo>
                  <a:lnTo>
                    <a:pt x="121196" y="2074125"/>
                  </a:lnTo>
                  <a:lnTo>
                    <a:pt x="103821" y="2032147"/>
                  </a:lnTo>
                  <a:lnTo>
                    <a:pt x="87703" y="1989535"/>
                  </a:lnTo>
                  <a:lnTo>
                    <a:pt x="72866" y="1946310"/>
                  </a:lnTo>
                  <a:lnTo>
                    <a:pt x="59333" y="1902496"/>
                  </a:lnTo>
                  <a:lnTo>
                    <a:pt x="47126" y="1858116"/>
                  </a:lnTo>
                  <a:lnTo>
                    <a:pt x="36269" y="1813194"/>
                  </a:lnTo>
                  <a:lnTo>
                    <a:pt x="26785" y="1767752"/>
                  </a:lnTo>
                  <a:lnTo>
                    <a:pt x="18697" y="1721813"/>
                  </a:lnTo>
                  <a:lnTo>
                    <a:pt x="12027" y="1675401"/>
                  </a:lnTo>
                  <a:lnTo>
                    <a:pt x="6800" y="1628538"/>
                  </a:lnTo>
                  <a:lnTo>
                    <a:pt x="3037" y="1581248"/>
                  </a:lnTo>
                  <a:lnTo>
                    <a:pt x="763" y="1533553"/>
                  </a:lnTo>
                  <a:lnTo>
                    <a:pt x="0" y="1485477"/>
                  </a:lnTo>
                  <a:lnTo>
                    <a:pt x="763" y="1437401"/>
                  </a:lnTo>
                  <a:lnTo>
                    <a:pt x="3037" y="1389706"/>
                  </a:lnTo>
                  <a:lnTo>
                    <a:pt x="6800" y="1342416"/>
                  </a:lnTo>
                  <a:lnTo>
                    <a:pt x="12027" y="1295553"/>
                  </a:lnTo>
                  <a:lnTo>
                    <a:pt x="18697" y="1249140"/>
                  </a:lnTo>
                  <a:lnTo>
                    <a:pt x="26785" y="1203202"/>
                  </a:lnTo>
                  <a:lnTo>
                    <a:pt x="36269" y="1157760"/>
                  </a:lnTo>
                  <a:lnTo>
                    <a:pt x="47126" y="1112837"/>
                  </a:lnTo>
                  <a:lnTo>
                    <a:pt x="59333" y="1068458"/>
                  </a:lnTo>
                  <a:lnTo>
                    <a:pt x="72866" y="1024644"/>
                  </a:lnTo>
                  <a:lnTo>
                    <a:pt x="87703" y="981419"/>
                  </a:lnTo>
                  <a:lnTo>
                    <a:pt x="103821" y="938806"/>
                  </a:lnTo>
                  <a:lnTo>
                    <a:pt x="121196" y="896828"/>
                  </a:lnTo>
                  <a:lnTo>
                    <a:pt x="139806" y="855509"/>
                  </a:lnTo>
                  <a:lnTo>
                    <a:pt x="159627" y="814870"/>
                  </a:lnTo>
                  <a:lnTo>
                    <a:pt x="180636" y="774935"/>
                  </a:lnTo>
                  <a:lnTo>
                    <a:pt x="202811" y="735728"/>
                  </a:lnTo>
                  <a:lnTo>
                    <a:pt x="226128" y="697271"/>
                  </a:lnTo>
                  <a:lnTo>
                    <a:pt x="250564" y="659587"/>
                  </a:lnTo>
                  <a:lnTo>
                    <a:pt x="276096" y="622700"/>
                  </a:lnTo>
                  <a:lnTo>
                    <a:pt x="302701" y="586632"/>
                  </a:lnTo>
                  <a:lnTo>
                    <a:pt x="330356" y="551407"/>
                  </a:lnTo>
                  <a:lnTo>
                    <a:pt x="359039" y="517047"/>
                  </a:lnTo>
                  <a:lnTo>
                    <a:pt x="388725" y="483576"/>
                  </a:lnTo>
                  <a:lnTo>
                    <a:pt x="419392" y="451016"/>
                  </a:lnTo>
                  <a:lnTo>
                    <a:pt x="451016" y="419392"/>
                  </a:lnTo>
                  <a:lnTo>
                    <a:pt x="483576" y="388725"/>
                  </a:lnTo>
                  <a:lnTo>
                    <a:pt x="517047" y="359039"/>
                  </a:lnTo>
                  <a:lnTo>
                    <a:pt x="551407" y="330356"/>
                  </a:lnTo>
                  <a:lnTo>
                    <a:pt x="586632" y="302701"/>
                  </a:lnTo>
                  <a:lnTo>
                    <a:pt x="622700" y="276096"/>
                  </a:lnTo>
                  <a:lnTo>
                    <a:pt x="659587" y="250564"/>
                  </a:lnTo>
                  <a:lnTo>
                    <a:pt x="697271" y="226128"/>
                  </a:lnTo>
                  <a:lnTo>
                    <a:pt x="735728" y="202811"/>
                  </a:lnTo>
                  <a:lnTo>
                    <a:pt x="774935" y="180636"/>
                  </a:lnTo>
                  <a:lnTo>
                    <a:pt x="814870" y="159627"/>
                  </a:lnTo>
                  <a:lnTo>
                    <a:pt x="855508" y="139806"/>
                  </a:lnTo>
                  <a:lnTo>
                    <a:pt x="896828" y="121196"/>
                  </a:lnTo>
                  <a:lnTo>
                    <a:pt x="938806" y="103821"/>
                  </a:lnTo>
                  <a:lnTo>
                    <a:pt x="981419" y="87703"/>
                  </a:lnTo>
                  <a:lnTo>
                    <a:pt x="1024644" y="72866"/>
                  </a:lnTo>
                  <a:lnTo>
                    <a:pt x="1068457" y="59333"/>
                  </a:lnTo>
                  <a:lnTo>
                    <a:pt x="1112837" y="47126"/>
                  </a:lnTo>
                  <a:lnTo>
                    <a:pt x="1157759" y="36269"/>
                  </a:lnTo>
                  <a:lnTo>
                    <a:pt x="1203201" y="26785"/>
                  </a:lnTo>
                  <a:lnTo>
                    <a:pt x="1249140" y="18697"/>
                  </a:lnTo>
                  <a:lnTo>
                    <a:pt x="1295552" y="12027"/>
                  </a:lnTo>
                  <a:lnTo>
                    <a:pt x="1342415" y="6800"/>
                  </a:lnTo>
                  <a:lnTo>
                    <a:pt x="1389705" y="3037"/>
                  </a:lnTo>
                  <a:lnTo>
                    <a:pt x="1437400" y="763"/>
                  </a:lnTo>
                  <a:lnTo>
                    <a:pt x="1533553" y="763"/>
                  </a:lnTo>
                  <a:lnTo>
                    <a:pt x="1581247" y="3037"/>
                  </a:lnTo>
                  <a:lnTo>
                    <a:pt x="1628538" y="6800"/>
                  </a:lnTo>
                  <a:lnTo>
                    <a:pt x="1675401" y="12027"/>
                  </a:lnTo>
                  <a:lnTo>
                    <a:pt x="1721813" y="18697"/>
                  </a:lnTo>
                  <a:lnTo>
                    <a:pt x="1767752" y="26785"/>
                  </a:lnTo>
                  <a:lnTo>
                    <a:pt x="1813194" y="36269"/>
                  </a:lnTo>
                  <a:lnTo>
                    <a:pt x="1858116" y="47126"/>
                  </a:lnTo>
                  <a:lnTo>
                    <a:pt x="1902496" y="59333"/>
                  </a:lnTo>
                  <a:lnTo>
                    <a:pt x="1946309" y="72866"/>
                  </a:lnTo>
                  <a:lnTo>
                    <a:pt x="1989534" y="87703"/>
                  </a:lnTo>
                  <a:lnTo>
                    <a:pt x="2032147" y="103821"/>
                  </a:lnTo>
                  <a:lnTo>
                    <a:pt x="2074125" y="121196"/>
                  </a:lnTo>
                  <a:lnTo>
                    <a:pt x="2115445" y="139806"/>
                  </a:lnTo>
                  <a:lnTo>
                    <a:pt x="2156084" y="159627"/>
                  </a:lnTo>
                  <a:lnTo>
                    <a:pt x="2196018" y="180636"/>
                  </a:lnTo>
                  <a:lnTo>
                    <a:pt x="2235225" y="202811"/>
                  </a:lnTo>
                  <a:lnTo>
                    <a:pt x="2273682" y="226128"/>
                  </a:lnTo>
                  <a:lnTo>
                    <a:pt x="2311366" y="250564"/>
                  </a:lnTo>
                  <a:lnTo>
                    <a:pt x="2348253" y="276096"/>
                  </a:lnTo>
                  <a:lnTo>
                    <a:pt x="2384321" y="302701"/>
                  </a:lnTo>
                  <a:lnTo>
                    <a:pt x="2419547" y="330356"/>
                  </a:lnTo>
                  <a:lnTo>
                    <a:pt x="2453906" y="359039"/>
                  </a:lnTo>
                  <a:lnTo>
                    <a:pt x="2487377" y="388725"/>
                  </a:lnTo>
                  <a:lnTo>
                    <a:pt x="2519937" y="419392"/>
                  </a:lnTo>
                  <a:lnTo>
                    <a:pt x="2551562" y="451016"/>
                  </a:lnTo>
                  <a:lnTo>
                    <a:pt x="2582229" y="483576"/>
                  </a:lnTo>
                  <a:lnTo>
                    <a:pt x="2611915" y="517047"/>
                  </a:lnTo>
                  <a:lnTo>
                    <a:pt x="2640597" y="551407"/>
                  </a:lnTo>
                  <a:lnTo>
                    <a:pt x="2668252" y="586632"/>
                  </a:lnTo>
                  <a:lnTo>
                    <a:pt x="2694857" y="622700"/>
                  </a:lnTo>
                  <a:lnTo>
                    <a:pt x="2720390" y="659587"/>
                  </a:lnTo>
                  <a:lnTo>
                    <a:pt x="2744826" y="697271"/>
                  </a:lnTo>
                  <a:lnTo>
                    <a:pt x="2768143" y="735728"/>
                  </a:lnTo>
                  <a:lnTo>
                    <a:pt x="2790317" y="774935"/>
                  </a:lnTo>
                  <a:lnTo>
                    <a:pt x="2811327" y="814870"/>
                  </a:lnTo>
                  <a:lnTo>
                    <a:pt x="2831148" y="855509"/>
                  </a:lnTo>
                  <a:lnTo>
                    <a:pt x="2849757" y="896828"/>
                  </a:lnTo>
                  <a:lnTo>
                    <a:pt x="2867132" y="938806"/>
                  </a:lnTo>
                  <a:lnTo>
                    <a:pt x="2883250" y="981419"/>
                  </a:lnTo>
                  <a:lnTo>
                    <a:pt x="2898087" y="1024644"/>
                  </a:lnTo>
                  <a:lnTo>
                    <a:pt x="2911620" y="1068458"/>
                  </a:lnTo>
                  <a:lnTo>
                    <a:pt x="2923827" y="1112837"/>
                  </a:lnTo>
                  <a:lnTo>
                    <a:pt x="2934684" y="1157760"/>
                  </a:lnTo>
                  <a:lnTo>
                    <a:pt x="2944168" y="1203202"/>
                  </a:lnTo>
                  <a:lnTo>
                    <a:pt x="2952257" y="1249140"/>
                  </a:lnTo>
                  <a:lnTo>
                    <a:pt x="2958926" y="1295553"/>
                  </a:lnTo>
                  <a:lnTo>
                    <a:pt x="2964154" y="1342416"/>
                  </a:lnTo>
                  <a:lnTo>
                    <a:pt x="2967916" y="1389706"/>
                  </a:lnTo>
                  <a:lnTo>
                    <a:pt x="2970190" y="1437401"/>
                  </a:lnTo>
                  <a:lnTo>
                    <a:pt x="2970954" y="1485477"/>
                  </a:lnTo>
                  <a:lnTo>
                    <a:pt x="2970190" y="1533553"/>
                  </a:lnTo>
                  <a:lnTo>
                    <a:pt x="2967916" y="1581248"/>
                  </a:lnTo>
                  <a:lnTo>
                    <a:pt x="2964154" y="1628538"/>
                  </a:lnTo>
                  <a:lnTo>
                    <a:pt x="2958926" y="1675401"/>
                  </a:lnTo>
                  <a:lnTo>
                    <a:pt x="2952257" y="1721813"/>
                  </a:lnTo>
                  <a:lnTo>
                    <a:pt x="2944168" y="1767752"/>
                  </a:lnTo>
                  <a:lnTo>
                    <a:pt x="2934684" y="1813194"/>
                  </a:lnTo>
                  <a:lnTo>
                    <a:pt x="2923827" y="1858116"/>
                  </a:lnTo>
                  <a:lnTo>
                    <a:pt x="2911620" y="1902496"/>
                  </a:lnTo>
                  <a:lnTo>
                    <a:pt x="2898087" y="1946310"/>
                  </a:lnTo>
                  <a:lnTo>
                    <a:pt x="2883250" y="1989535"/>
                  </a:lnTo>
                  <a:lnTo>
                    <a:pt x="2867132" y="2032147"/>
                  </a:lnTo>
                  <a:lnTo>
                    <a:pt x="2849757" y="2074125"/>
                  </a:lnTo>
                  <a:lnTo>
                    <a:pt x="2831148" y="2115445"/>
                  </a:lnTo>
                  <a:lnTo>
                    <a:pt x="2811327" y="2156084"/>
                  </a:lnTo>
                  <a:lnTo>
                    <a:pt x="2790317" y="2196018"/>
                  </a:lnTo>
                  <a:lnTo>
                    <a:pt x="2768143" y="2235226"/>
                  </a:lnTo>
                  <a:lnTo>
                    <a:pt x="2744826" y="2273683"/>
                  </a:lnTo>
                  <a:lnTo>
                    <a:pt x="2720390" y="2311366"/>
                  </a:lnTo>
                  <a:lnTo>
                    <a:pt x="2694857" y="2348254"/>
                  </a:lnTo>
                  <a:lnTo>
                    <a:pt x="2668252" y="2384321"/>
                  </a:lnTo>
                  <a:lnTo>
                    <a:pt x="2640597" y="2419547"/>
                  </a:lnTo>
                  <a:lnTo>
                    <a:pt x="2611915" y="2453907"/>
                  </a:lnTo>
                  <a:lnTo>
                    <a:pt x="2582229" y="2487378"/>
                  </a:lnTo>
                  <a:lnTo>
                    <a:pt x="2551562" y="2519937"/>
                  </a:lnTo>
                  <a:lnTo>
                    <a:pt x="2519937" y="2551562"/>
                  </a:lnTo>
                  <a:lnTo>
                    <a:pt x="2487377" y="2582229"/>
                  </a:lnTo>
                  <a:lnTo>
                    <a:pt x="2453906" y="2611915"/>
                  </a:lnTo>
                  <a:lnTo>
                    <a:pt x="2419547" y="2640597"/>
                  </a:lnTo>
                  <a:lnTo>
                    <a:pt x="2384321" y="2668253"/>
                  </a:lnTo>
                  <a:lnTo>
                    <a:pt x="2348253" y="2694858"/>
                  </a:lnTo>
                  <a:lnTo>
                    <a:pt x="2311366" y="2720390"/>
                  </a:lnTo>
                  <a:lnTo>
                    <a:pt x="2273682" y="2744826"/>
                  </a:lnTo>
                  <a:lnTo>
                    <a:pt x="2235225" y="2768143"/>
                  </a:lnTo>
                  <a:lnTo>
                    <a:pt x="2196018" y="2790318"/>
                  </a:lnTo>
                  <a:lnTo>
                    <a:pt x="2156084" y="2811327"/>
                  </a:lnTo>
                  <a:lnTo>
                    <a:pt x="2115445" y="2831148"/>
                  </a:lnTo>
                  <a:lnTo>
                    <a:pt x="2074125" y="2849758"/>
                  </a:lnTo>
                  <a:lnTo>
                    <a:pt x="2032147" y="2867133"/>
                  </a:lnTo>
                  <a:lnTo>
                    <a:pt x="1989534" y="2883250"/>
                  </a:lnTo>
                  <a:lnTo>
                    <a:pt x="1946309" y="2898087"/>
                  </a:lnTo>
                  <a:lnTo>
                    <a:pt x="1902496" y="2911621"/>
                  </a:lnTo>
                  <a:lnTo>
                    <a:pt x="1858116" y="2923828"/>
                  </a:lnTo>
                  <a:lnTo>
                    <a:pt x="1813194" y="2934685"/>
                  </a:lnTo>
                  <a:lnTo>
                    <a:pt x="1767752" y="2944169"/>
                  </a:lnTo>
                  <a:lnTo>
                    <a:pt x="1721813" y="2952257"/>
                  </a:lnTo>
                  <a:lnTo>
                    <a:pt x="1675401" y="2958927"/>
                  </a:lnTo>
                  <a:lnTo>
                    <a:pt x="1628538" y="2964154"/>
                  </a:lnTo>
                  <a:lnTo>
                    <a:pt x="1581247" y="2967917"/>
                  </a:lnTo>
                  <a:lnTo>
                    <a:pt x="1533553" y="2970191"/>
                  </a:lnTo>
                  <a:lnTo>
                    <a:pt x="1485504" y="2970954"/>
                  </a:lnTo>
                  <a:close/>
                </a:path>
              </a:pathLst>
            </a:custGeom>
            <a:solidFill>
              <a:srgbClr val="FFFD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9090368" y="3864685"/>
              <a:ext cx="4046854" cy="3600450"/>
            </a:xfrm>
            <a:custGeom>
              <a:avLst/>
              <a:gdLst/>
              <a:ahLst/>
              <a:cxnLst/>
              <a:rect l="l" t="t" r="r" b="b"/>
              <a:pathLst>
                <a:path w="4046855" h="3600450">
                  <a:moveTo>
                    <a:pt x="4046410" y="1806689"/>
                  </a:moveTo>
                  <a:lnTo>
                    <a:pt x="3380968" y="938923"/>
                  </a:lnTo>
                  <a:lnTo>
                    <a:pt x="3369233" y="917460"/>
                  </a:lnTo>
                  <a:lnTo>
                    <a:pt x="3346716" y="878649"/>
                  </a:lnTo>
                  <a:lnTo>
                    <a:pt x="3323272" y="840460"/>
                  </a:lnTo>
                  <a:lnTo>
                    <a:pt x="3298901" y="802906"/>
                  </a:lnTo>
                  <a:lnTo>
                    <a:pt x="3273628" y="766000"/>
                  </a:lnTo>
                  <a:lnTo>
                    <a:pt x="3247479" y="729754"/>
                  </a:lnTo>
                  <a:lnTo>
                    <a:pt x="3220466" y="694207"/>
                  </a:lnTo>
                  <a:lnTo>
                    <a:pt x="3192589" y="659345"/>
                  </a:lnTo>
                  <a:lnTo>
                    <a:pt x="3163874" y="625208"/>
                  </a:lnTo>
                  <a:lnTo>
                    <a:pt x="3134334" y="591794"/>
                  </a:lnTo>
                  <a:lnTo>
                    <a:pt x="3103994" y="559117"/>
                  </a:lnTo>
                  <a:lnTo>
                    <a:pt x="3072866" y="527215"/>
                  </a:lnTo>
                  <a:lnTo>
                    <a:pt x="3040951" y="496074"/>
                  </a:lnTo>
                  <a:lnTo>
                    <a:pt x="3008287" y="465734"/>
                  </a:lnTo>
                  <a:lnTo>
                    <a:pt x="2974873" y="436206"/>
                  </a:lnTo>
                  <a:lnTo>
                    <a:pt x="2940735" y="407492"/>
                  </a:lnTo>
                  <a:lnTo>
                    <a:pt x="2905874" y="379615"/>
                  </a:lnTo>
                  <a:lnTo>
                    <a:pt x="2870314" y="352602"/>
                  </a:lnTo>
                  <a:lnTo>
                    <a:pt x="2834081" y="326440"/>
                  </a:lnTo>
                  <a:lnTo>
                    <a:pt x="2797175" y="301180"/>
                  </a:lnTo>
                  <a:lnTo>
                    <a:pt x="2759621" y="276809"/>
                  </a:lnTo>
                  <a:lnTo>
                    <a:pt x="2721432" y="253365"/>
                  </a:lnTo>
                  <a:lnTo>
                    <a:pt x="2682621" y="230847"/>
                  </a:lnTo>
                  <a:lnTo>
                    <a:pt x="2643200" y="209270"/>
                  </a:lnTo>
                  <a:lnTo>
                    <a:pt x="2603195" y="188658"/>
                  </a:lnTo>
                  <a:lnTo>
                    <a:pt x="2562618" y="169024"/>
                  </a:lnTo>
                  <a:lnTo>
                    <a:pt x="2521470" y="150393"/>
                  </a:lnTo>
                  <a:lnTo>
                    <a:pt x="2479789" y="132765"/>
                  </a:lnTo>
                  <a:lnTo>
                    <a:pt x="2437587" y="116154"/>
                  </a:lnTo>
                  <a:lnTo>
                    <a:pt x="2394864" y="100596"/>
                  </a:lnTo>
                  <a:lnTo>
                    <a:pt x="2351659" y="86080"/>
                  </a:lnTo>
                  <a:lnTo>
                    <a:pt x="2307958" y="72644"/>
                  </a:lnTo>
                  <a:lnTo>
                    <a:pt x="2263800" y="60299"/>
                  </a:lnTo>
                  <a:lnTo>
                    <a:pt x="2219185" y="49047"/>
                  </a:lnTo>
                  <a:lnTo>
                    <a:pt x="2174138" y="38925"/>
                  </a:lnTo>
                  <a:lnTo>
                    <a:pt x="2128685" y="29921"/>
                  </a:lnTo>
                  <a:lnTo>
                    <a:pt x="2082812" y="22072"/>
                  </a:lnTo>
                  <a:lnTo>
                    <a:pt x="2036559" y="15392"/>
                  </a:lnTo>
                  <a:lnTo>
                    <a:pt x="1989937" y="9893"/>
                  </a:lnTo>
                  <a:lnTo>
                    <a:pt x="1942960" y="5588"/>
                  </a:lnTo>
                  <a:lnTo>
                    <a:pt x="1895640" y="2489"/>
                  </a:lnTo>
                  <a:lnTo>
                    <a:pt x="1848002" y="622"/>
                  </a:lnTo>
                  <a:lnTo>
                    <a:pt x="1800047" y="0"/>
                  </a:lnTo>
                  <a:lnTo>
                    <a:pt x="1752092" y="622"/>
                  </a:lnTo>
                  <a:lnTo>
                    <a:pt x="1704441" y="2489"/>
                  </a:lnTo>
                  <a:lnTo>
                    <a:pt x="1657134" y="5588"/>
                  </a:lnTo>
                  <a:lnTo>
                    <a:pt x="1610144" y="9893"/>
                  </a:lnTo>
                  <a:lnTo>
                    <a:pt x="1563522" y="15392"/>
                  </a:lnTo>
                  <a:lnTo>
                    <a:pt x="1517269" y="22072"/>
                  </a:lnTo>
                  <a:lnTo>
                    <a:pt x="1471409" y="29921"/>
                  </a:lnTo>
                  <a:lnTo>
                    <a:pt x="1425943" y="38925"/>
                  </a:lnTo>
                  <a:lnTo>
                    <a:pt x="1380909" y="49047"/>
                  </a:lnTo>
                  <a:lnTo>
                    <a:pt x="1336294" y="60299"/>
                  </a:lnTo>
                  <a:lnTo>
                    <a:pt x="1292136" y="72644"/>
                  </a:lnTo>
                  <a:lnTo>
                    <a:pt x="1248435" y="86080"/>
                  </a:lnTo>
                  <a:lnTo>
                    <a:pt x="1205217" y="100596"/>
                  </a:lnTo>
                  <a:lnTo>
                    <a:pt x="1162507" y="116154"/>
                  </a:lnTo>
                  <a:lnTo>
                    <a:pt x="1120292" y="132765"/>
                  </a:lnTo>
                  <a:lnTo>
                    <a:pt x="1078611" y="150393"/>
                  </a:lnTo>
                  <a:lnTo>
                    <a:pt x="1037475" y="169024"/>
                  </a:lnTo>
                  <a:lnTo>
                    <a:pt x="996899" y="188658"/>
                  </a:lnTo>
                  <a:lnTo>
                    <a:pt x="956894" y="209270"/>
                  </a:lnTo>
                  <a:lnTo>
                    <a:pt x="917473" y="230847"/>
                  </a:lnTo>
                  <a:lnTo>
                    <a:pt x="878662" y="253365"/>
                  </a:lnTo>
                  <a:lnTo>
                    <a:pt x="840473" y="276809"/>
                  </a:lnTo>
                  <a:lnTo>
                    <a:pt x="802919" y="301180"/>
                  </a:lnTo>
                  <a:lnTo>
                    <a:pt x="766013" y="326440"/>
                  </a:lnTo>
                  <a:lnTo>
                    <a:pt x="729767" y="352602"/>
                  </a:lnTo>
                  <a:lnTo>
                    <a:pt x="694220" y="379615"/>
                  </a:lnTo>
                  <a:lnTo>
                    <a:pt x="659358" y="407492"/>
                  </a:lnTo>
                  <a:lnTo>
                    <a:pt x="625221" y="436206"/>
                  </a:lnTo>
                  <a:lnTo>
                    <a:pt x="591807" y="465734"/>
                  </a:lnTo>
                  <a:lnTo>
                    <a:pt x="559130" y="496074"/>
                  </a:lnTo>
                  <a:lnTo>
                    <a:pt x="527227" y="527215"/>
                  </a:lnTo>
                  <a:lnTo>
                    <a:pt x="496087" y="559117"/>
                  </a:lnTo>
                  <a:lnTo>
                    <a:pt x="465747" y="591794"/>
                  </a:lnTo>
                  <a:lnTo>
                    <a:pt x="436219" y="625208"/>
                  </a:lnTo>
                  <a:lnTo>
                    <a:pt x="407504" y="659345"/>
                  </a:lnTo>
                  <a:lnTo>
                    <a:pt x="379628" y="694207"/>
                  </a:lnTo>
                  <a:lnTo>
                    <a:pt x="352615" y="729754"/>
                  </a:lnTo>
                  <a:lnTo>
                    <a:pt x="326453" y="766000"/>
                  </a:lnTo>
                  <a:lnTo>
                    <a:pt x="301193" y="802906"/>
                  </a:lnTo>
                  <a:lnTo>
                    <a:pt x="276821" y="840460"/>
                  </a:lnTo>
                  <a:lnTo>
                    <a:pt x="253377" y="878649"/>
                  </a:lnTo>
                  <a:lnTo>
                    <a:pt x="230860" y="917460"/>
                  </a:lnTo>
                  <a:lnTo>
                    <a:pt x="209283" y="956881"/>
                  </a:lnTo>
                  <a:lnTo>
                    <a:pt x="188671" y="996886"/>
                  </a:lnTo>
                  <a:lnTo>
                    <a:pt x="169037" y="1037463"/>
                  </a:lnTo>
                  <a:lnTo>
                    <a:pt x="150406" y="1078598"/>
                  </a:lnTo>
                  <a:lnTo>
                    <a:pt x="132778" y="1120279"/>
                  </a:lnTo>
                  <a:lnTo>
                    <a:pt x="116166" y="1162494"/>
                  </a:lnTo>
                  <a:lnTo>
                    <a:pt x="100609" y="1205217"/>
                  </a:lnTo>
                  <a:lnTo>
                    <a:pt x="86093" y="1248422"/>
                  </a:lnTo>
                  <a:lnTo>
                    <a:pt x="72656" y="1292123"/>
                  </a:lnTo>
                  <a:lnTo>
                    <a:pt x="60312" y="1336281"/>
                  </a:lnTo>
                  <a:lnTo>
                    <a:pt x="49060" y="1380896"/>
                  </a:lnTo>
                  <a:lnTo>
                    <a:pt x="38938" y="1425930"/>
                  </a:lnTo>
                  <a:lnTo>
                    <a:pt x="29933" y="1471396"/>
                  </a:lnTo>
                  <a:lnTo>
                    <a:pt x="22085" y="1517269"/>
                  </a:lnTo>
                  <a:lnTo>
                    <a:pt x="15405" y="1563509"/>
                  </a:lnTo>
                  <a:lnTo>
                    <a:pt x="9906" y="1610131"/>
                  </a:lnTo>
                  <a:lnTo>
                    <a:pt x="5600" y="1657121"/>
                  </a:lnTo>
                  <a:lnTo>
                    <a:pt x="2501" y="1704441"/>
                  </a:lnTo>
                  <a:lnTo>
                    <a:pt x="635" y="1752079"/>
                  </a:lnTo>
                  <a:lnTo>
                    <a:pt x="0" y="1800072"/>
                  </a:lnTo>
                  <a:lnTo>
                    <a:pt x="635" y="1847989"/>
                  </a:lnTo>
                  <a:lnTo>
                    <a:pt x="2501" y="1895627"/>
                  </a:lnTo>
                  <a:lnTo>
                    <a:pt x="5600" y="1942947"/>
                  </a:lnTo>
                  <a:lnTo>
                    <a:pt x="9906" y="1989937"/>
                  </a:lnTo>
                  <a:lnTo>
                    <a:pt x="15405" y="2036559"/>
                  </a:lnTo>
                  <a:lnTo>
                    <a:pt x="22085" y="2082800"/>
                  </a:lnTo>
                  <a:lnTo>
                    <a:pt x="29933" y="2128672"/>
                  </a:lnTo>
                  <a:lnTo>
                    <a:pt x="38938" y="2174138"/>
                  </a:lnTo>
                  <a:lnTo>
                    <a:pt x="49060" y="2219172"/>
                  </a:lnTo>
                  <a:lnTo>
                    <a:pt x="60312" y="2263787"/>
                  </a:lnTo>
                  <a:lnTo>
                    <a:pt x="72656" y="2307945"/>
                  </a:lnTo>
                  <a:lnTo>
                    <a:pt x="86093" y="2351646"/>
                  </a:lnTo>
                  <a:lnTo>
                    <a:pt x="100609" y="2394851"/>
                  </a:lnTo>
                  <a:lnTo>
                    <a:pt x="116166" y="2437574"/>
                  </a:lnTo>
                  <a:lnTo>
                    <a:pt x="132778" y="2479789"/>
                  </a:lnTo>
                  <a:lnTo>
                    <a:pt x="150406" y="2521470"/>
                  </a:lnTo>
                  <a:lnTo>
                    <a:pt x="169037" y="2562606"/>
                  </a:lnTo>
                  <a:lnTo>
                    <a:pt x="188671" y="2603182"/>
                  </a:lnTo>
                  <a:lnTo>
                    <a:pt x="209283" y="2643187"/>
                  </a:lnTo>
                  <a:lnTo>
                    <a:pt x="230860" y="2682608"/>
                  </a:lnTo>
                  <a:lnTo>
                    <a:pt x="253377" y="2721419"/>
                  </a:lnTo>
                  <a:lnTo>
                    <a:pt x="276821" y="2759608"/>
                  </a:lnTo>
                  <a:lnTo>
                    <a:pt x="301193" y="2797162"/>
                  </a:lnTo>
                  <a:lnTo>
                    <a:pt x="326453" y="2834068"/>
                  </a:lnTo>
                  <a:lnTo>
                    <a:pt x="352615" y="2870314"/>
                  </a:lnTo>
                  <a:lnTo>
                    <a:pt x="379628" y="2905861"/>
                  </a:lnTo>
                  <a:lnTo>
                    <a:pt x="407504" y="2940723"/>
                  </a:lnTo>
                  <a:lnTo>
                    <a:pt x="436219" y="2974860"/>
                  </a:lnTo>
                  <a:lnTo>
                    <a:pt x="465747" y="3008274"/>
                  </a:lnTo>
                  <a:lnTo>
                    <a:pt x="496087" y="3040951"/>
                  </a:lnTo>
                  <a:lnTo>
                    <a:pt x="527227" y="3072854"/>
                  </a:lnTo>
                  <a:lnTo>
                    <a:pt x="559130" y="3103981"/>
                  </a:lnTo>
                  <a:lnTo>
                    <a:pt x="591807" y="3134334"/>
                  </a:lnTo>
                  <a:lnTo>
                    <a:pt x="625221" y="3163862"/>
                  </a:lnTo>
                  <a:lnTo>
                    <a:pt x="659358" y="3192576"/>
                  </a:lnTo>
                  <a:lnTo>
                    <a:pt x="694220" y="3220453"/>
                  </a:lnTo>
                  <a:lnTo>
                    <a:pt x="729767" y="3247466"/>
                  </a:lnTo>
                  <a:lnTo>
                    <a:pt x="766013" y="3273628"/>
                  </a:lnTo>
                  <a:lnTo>
                    <a:pt x="802919" y="3298888"/>
                  </a:lnTo>
                  <a:lnTo>
                    <a:pt x="840473" y="3323259"/>
                  </a:lnTo>
                  <a:lnTo>
                    <a:pt x="878662" y="3346704"/>
                  </a:lnTo>
                  <a:lnTo>
                    <a:pt x="917473" y="3369221"/>
                  </a:lnTo>
                  <a:lnTo>
                    <a:pt x="956894" y="3390798"/>
                  </a:lnTo>
                  <a:lnTo>
                    <a:pt x="996899" y="3411410"/>
                  </a:lnTo>
                  <a:lnTo>
                    <a:pt x="1037475" y="3431044"/>
                  </a:lnTo>
                  <a:lnTo>
                    <a:pt x="1078611" y="3449675"/>
                  </a:lnTo>
                  <a:lnTo>
                    <a:pt x="1120292" y="3467303"/>
                  </a:lnTo>
                  <a:lnTo>
                    <a:pt x="1162507" y="3483914"/>
                  </a:lnTo>
                  <a:lnTo>
                    <a:pt x="1205217" y="3499472"/>
                  </a:lnTo>
                  <a:lnTo>
                    <a:pt x="1248435" y="3513988"/>
                  </a:lnTo>
                  <a:lnTo>
                    <a:pt x="1292136" y="3527425"/>
                  </a:lnTo>
                  <a:lnTo>
                    <a:pt x="1336294" y="3539769"/>
                  </a:lnTo>
                  <a:lnTo>
                    <a:pt x="1380909" y="3551021"/>
                  </a:lnTo>
                  <a:lnTo>
                    <a:pt x="1425943" y="3561143"/>
                  </a:lnTo>
                  <a:lnTo>
                    <a:pt x="1471409" y="3570147"/>
                  </a:lnTo>
                  <a:lnTo>
                    <a:pt x="1517269" y="3577996"/>
                  </a:lnTo>
                  <a:lnTo>
                    <a:pt x="1563522" y="3584676"/>
                  </a:lnTo>
                  <a:lnTo>
                    <a:pt x="1610144" y="3590175"/>
                  </a:lnTo>
                  <a:lnTo>
                    <a:pt x="1657134" y="3594481"/>
                  </a:lnTo>
                  <a:lnTo>
                    <a:pt x="1704441" y="3597579"/>
                  </a:lnTo>
                  <a:lnTo>
                    <a:pt x="1752092" y="3599446"/>
                  </a:lnTo>
                  <a:lnTo>
                    <a:pt x="1800085" y="3600069"/>
                  </a:lnTo>
                  <a:lnTo>
                    <a:pt x="1848002" y="3599446"/>
                  </a:lnTo>
                  <a:lnTo>
                    <a:pt x="1895640" y="3597579"/>
                  </a:lnTo>
                  <a:lnTo>
                    <a:pt x="1942960" y="3594481"/>
                  </a:lnTo>
                  <a:lnTo>
                    <a:pt x="1989937" y="3590175"/>
                  </a:lnTo>
                  <a:lnTo>
                    <a:pt x="2036559" y="3584676"/>
                  </a:lnTo>
                  <a:lnTo>
                    <a:pt x="2082812" y="3577996"/>
                  </a:lnTo>
                  <a:lnTo>
                    <a:pt x="2128685" y="3570147"/>
                  </a:lnTo>
                  <a:lnTo>
                    <a:pt x="2174138" y="3561143"/>
                  </a:lnTo>
                  <a:lnTo>
                    <a:pt x="2219185" y="3551021"/>
                  </a:lnTo>
                  <a:lnTo>
                    <a:pt x="2263800" y="3539769"/>
                  </a:lnTo>
                  <a:lnTo>
                    <a:pt x="2307958" y="3527425"/>
                  </a:lnTo>
                  <a:lnTo>
                    <a:pt x="2351659" y="3513988"/>
                  </a:lnTo>
                  <a:lnTo>
                    <a:pt x="2394864" y="3499472"/>
                  </a:lnTo>
                  <a:lnTo>
                    <a:pt x="2437587" y="3483914"/>
                  </a:lnTo>
                  <a:lnTo>
                    <a:pt x="2479789" y="3467303"/>
                  </a:lnTo>
                  <a:lnTo>
                    <a:pt x="2521470" y="3449675"/>
                  </a:lnTo>
                  <a:lnTo>
                    <a:pt x="2562618" y="3431044"/>
                  </a:lnTo>
                  <a:lnTo>
                    <a:pt x="2603195" y="3411410"/>
                  </a:lnTo>
                  <a:lnTo>
                    <a:pt x="2643200" y="3390798"/>
                  </a:lnTo>
                  <a:lnTo>
                    <a:pt x="2682621" y="3369221"/>
                  </a:lnTo>
                  <a:lnTo>
                    <a:pt x="2721432" y="3346704"/>
                  </a:lnTo>
                  <a:lnTo>
                    <a:pt x="2759621" y="3323259"/>
                  </a:lnTo>
                  <a:lnTo>
                    <a:pt x="2797175" y="3298888"/>
                  </a:lnTo>
                  <a:lnTo>
                    <a:pt x="2834081" y="3273628"/>
                  </a:lnTo>
                  <a:lnTo>
                    <a:pt x="2870314" y="3247466"/>
                  </a:lnTo>
                  <a:lnTo>
                    <a:pt x="2905874" y="3220453"/>
                  </a:lnTo>
                  <a:lnTo>
                    <a:pt x="2940735" y="3192576"/>
                  </a:lnTo>
                  <a:lnTo>
                    <a:pt x="2974873" y="3163862"/>
                  </a:lnTo>
                  <a:lnTo>
                    <a:pt x="3008287" y="3134334"/>
                  </a:lnTo>
                  <a:lnTo>
                    <a:pt x="3040951" y="3103981"/>
                  </a:lnTo>
                  <a:lnTo>
                    <a:pt x="3072866" y="3072854"/>
                  </a:lnTo>
                  <a:lnTo>
                    <a:pt x="3103994" y="3040951"/>
                  </a:lnTo>
                  <a:lnTo>
                    <a:pt x="3134334" y="3008274"/>
                  </a:lnTo>
                  <a:lnTo>
                    <a:pt x="3163874" y="2974860"/>
                  </a:lnTo>
                  <a:lnTo>
                    <a:pt x="3192589" y="2940723"/>
                  </a:lnTo>
                  <a:lnTo>
                    <a:pt x="3220466" y="2905861"/>
                  </a:lnTo>
                  <a:lnTo>
                    <a:pt x="3247479" y="2870314"/>
                  </a:lnTo>
                  <a:lnTo>
                    <a:pt x="3273628" y="2834068"/>
                  </a:lnTo>
                  <a:lnTo>
                    <a:pt x="3298901" y="2797162"/>
                  </a:lnTo>
                  <a:lnTo>
                    <a:pt x="3323272" y="2759608"/>
                  </a:lnTo>
                  <a:lnTo>
                    <a:pt x="3338233" y="2735224"/>
                  </a:lnTo>
                  <a:lnTo>
                    <a:pt x="4046410" y="1811718"/>
                  </a:lnTo>
                  <a:lnTo>
                    <a:pt x="4046410" y="1806689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9404944" y="4179236"/>
              <a:ext cx="2971165" cy="2971165"/>
            </a:xfrm>
            <a:custGeom>
              <a:avLst/>
              <a:gdLst/>
              <a:ahLst/>
              <a:cxnLst/>
              <a:rect l="l" t="t" r="r" b="b"/>
              <a:pathLst>
                <a:path w="2971165" h="2971165">
                  <a:moveTo>
                    <a:pt x="1533552" y="763"/>
                  </a:moveTo>
                  <a:lnTo>
                    <a:pt x="1437400" y="763"/>
                  </a:lnTo>
                  <a:lnTo>
                    <a:pt x="1485476" y="0"/>
                  </a:lnTo>
                  <a:lnTo>
                    <a:pt x="1533552" y="763"/>
                  </a:lnTo>
                  <a:close/>
                </a:path>
                <a:path w="2971165" h="2971165">
                  <a:moveTo>
                    <a:pt x="1485504" y="2970954"/>
                  </a:moveTo>
                  <a:lnTo>
                    <a:pt x="1437400" y="2970191"/>
                  </a:lnTo>
                  <a:lnTo>
                    <a:pt x="1389705" y="2967917"/>
                  </a:lnTo>
                  <a:lnTo>
                    <a:pt x="1342415" y="2964154"/>
                  </a:lnTo>
                  <a:lnTo>
                    <a:pt x="1295552" y="2958927"/>
                  </a:lnTo>
                  <a:lnTo>
                    <a:pt x="1249140" y="2952257"/>
                  </a:lnTo>
                  <a:lnTo>
                    <a:pt x="1203201" y="2944169"/>
                  </a:lnTo>
                  <a:lnTo>
                    <a:pt x="1157759" y="2934685"/>
                  </a:lnTo>
                  <a:lnTo>
                    <a:pt x="1112836" y="2923828"/>
                  </a:lnTo>
                  <a:lnTo>
                    <a:pt x="1068457" y="2911621"/>
                  </a:lnTo>
                  <a:lnTo>
                    <a:pt x="1024643" y="2898087"/>
                  </a:lnTo>
                  <a:lnTo>
                    <a:pt x="981418" y="2883250"/>
                  </a:lnTo>
                  <a:lnTo>
                    <a:pt x="938805" y="2867133"/>
                  </a:lnTo>
                  <a:lnTo>
                    <a:pt x="896828" y="2849758"/>
                  </a:lnTo>
                  <a:lnTo>
                    <a:pt x="855508" y="2831148"/>
                  </a:lnTo>
                  <a:lnTo>
                    <a:pt x="814869" y="2811327"/>
                  </a:lnTo>
                  <a:lnTo>
                    <a:pt x="774935" y="2790318"/>
                  </a:lnTo>
                  <a:lnTo>
                    <a:pt x="735727" y="2768143"/>
                  </a:lnTo>
                  <a:lnTo>
                    <a:pt x="697270" y="2744826"/>
                  </a:lnTo>
                  <a:lnTo>
                    <a:pt x="659587" y="2720390"/>
                  </a:lnTo>
                  <a:lnTo>
                    <a:pt x="622699" y="2694858"/>
                  </a:lnTo>
                  <a:lnTo>
                    <a:pt x="586631" y="2668253"/>
                  </a:lnTo>
                  <a:lnTo>
                    <a:pt x="551406" y="2640597"/>
                  </a:lnTo>
                  <a:lnTo>
                    <a:pt x="517046" y="2611915"/>
                  </a:lnTo>
                  <a:lnTo>
                    <a:pt x="483575" y="2582229"/>
                  </a:lnTo>
                  <a:lnTo>
                    <a:pt x="451016" y="2551562"/>
                  </a:lnTo>
                  <a:lnTo>
                    <a:pt x="419391" y="2519937"/>
                  </a:lnTo>
                  <a:lnTo>
                    <a:pt x="388724" y="2487378"/>
                  </a:lnTo>
                  <a:lnTo>
                    <a:pt x="359038" y="2453907"/>
                  </a:lnTo>
                  <a:lnTo>
                    <a:pt x="330356" y="2419547"/>
                  </a:lnTo>
                  <a:lnTo>
                    <a:pt x="302700" y="2384321"/>
                  </a:lnTo>
                  <a:lnTo>
                    <a:pt x="276095" y="2348254"/>
                  </a:lnTo>
                  <a:lnTo>
                    <a:pt x="250563" y="2311366"/>
                  </a:lnTo>
                  <a:lnTo>
                    <a:pt x="226127" y="2273683"/>
                  </a:lnTo>
                  <a:lnTo>
                    <a:pt x="202810" y="2235226"/>
                  </a:lnTo>
                  <a:lnTo>
                    <a:pt x="180635" y="2196018"/>
                  </a:lnTo>
                  <a:lnTo>
                    <a:pt x="159626" y="2156084"/>
                  </a:lnTo>
                  <a:lnTo>
                    <a:pt x="139805" y="2115445"/>
                  </a:lnTo>
                  <a:lnTo>
                    <a:pt x="121196" y="2074125"/>
                  </a:lnTo>
                  <a:lnTo>
                    <a:pt x="103820" y="2032147"/>
                  </a:lnTo>
                  <a:lnTo>
                    <a:pt x="87703" y="1989535"/>
                  </a:lnTo>
                  <a:lnTo>
                    <a:pt x="72866" y="1946310"/>
                  </a:lnTo>
                  <a:lnTo>
                    <a:pt x="59332" y="1902496"/>
                  </a:lnTo>
                  <a:lnTo>
                    <a:pt x="47126" y="1858116"/>
                  </a:lnTo>
                  <a:lnTo>
                    <a:pt x="36269" y="1813194"/>
                  </a:lnTo>
                  <a:lnTo>
                    <a:pt x="26784" y="1767752"/>
                  </a:lnTo>
                  <a:lnTo>
                    <a:pt x="18696" y="1721813"/>
                  </a:lnTo>
                  <a:lnTo>
                    <a:pt x="12027" y="1675401"/>
                  </a:lnTo>
                  <a:lnTo>
                    <a:pt x="6799" y="1628538"/>
                  </a:lnTo>
                  <a:lnTo>
                    <a:pt x="3037" y="1581248"/>
                  </a:lnTo>
                  <a:lnTo>
                    <a:pt x="762" y="1533553"/>
                  </a:lnTo>
                  <a:lnTo>
                    <a:pt x="0" y="1485447"/>
                  </a:lnTo>
                  <a:lnTo>
                    <a:pt x="762" y="1437401"/>
                  </a:lnTo>
                  <a:lnTo>
                    <a:pt x="3037" y="1389706"/>
                  </a:lnTo>
                  <a:lnTo>
                    <a:pt x="6799" y="1342416"/>
                  </a:lnTo>
                  <a:lnTo>
                    <a:pt x="12027" y="1295553"/>
                  </a:lnTo>
                  <a:lnTo>
                    <a:pt x="18696" y="1249140"/>
                  </a:lnTo>
                  <a:lnTo>
                    <a:pt x="26784" y="1203202"/>
                  </a:lnTo>
                  <a:lnTo>
                    <a:pt x="36269" y="1157760"/>
                  </a:lnTo>
                  <a:lnTo>
                    <a:pt x="47126" y="1112837"/>
                  </a:lnTo>
                  <a:lnTo>
                    <a:pt x="59332" y="1068458"/>
                  </a:lnTo>
                  <a:lnTo>
                    <a:pt x="72866" y="1024644"/>
                  </a:lnTo>
                  <a:lnTo>
                    <a:pt x="87703" y="981419"/>
                  </a:lnTo>
                  <a:lnTo>
                    <a:pt x="103820" y="938806"/>
                  </a:lnTo>
                  <a:lnTo>
                    <a:pt x="121196" y="896828"/>
                  </a:lnTo>
                  <a:lnTo>
                    <a:pt x="139805" y="855509"/>
                  </a:lnTo>
                  <a:lnTo>
                    <a:pt x="159626" y="814870"/>
                  </a:lnTo>
                  <a:lnTo>
                    <a:pt x="180635" y="774935"/>
                  </a:lnTo>
                  <a:lnTo>
                    <a:pt x="202810" y="735728"/>
                  </a:lnTo>
                  <a:lnTo>
                    <a:pt x="226127" y="697271"/>
                  </a:lnTo>
                  <a:lnTo>
                    <a:pt x="250563" y="659587"/>
                  </a:lnTo>
                  <a:lnTo>
                    <a:pt x="276095" y="622700"/>
                  </a:lnTo>
                  <a:lnTo>
                    <a:pt x="302700" y="586632"/>
                  </a:lnTo>
                  <a:lnTo>
                    <a:pt x="330356" y="551407"/>
                  </a:lnTo>
                  <a:lnTo>
                    <a:pt x="359038" y="517047"/>
                  </a:lnTo>
                  <a:lnTo>
                    <a:pt x="388724" y="483576"/>
                  </a:lnTo>
                  <a:lnTo>
                    <a:pt x="419391" y="451016"/>
                  </a:lnTo>
                  <a:lnTo>
                    <a:pt x="451016" y="419392"/>
                  </a:lnTo>
                  <a:lnTo>
                    <a:pt x="483575" y="388725"/>
                  </a:lnTo>
                  <a:lnTo>
                    <a:pt x="517046" y="359039"/>
                  </a:lnTo>
                  <a:lnTo>
                    <a:pt x="551406" y="330356"/>
                  </a:lnTo>
                  <a:lnTo>
                    <a:pt x="586631" y="302701"/>
                  </a:lnTo>
                  <a:lnTo>
                    <a:pt x="622699" y="276096"/>
                  </a:lnTo>
                  <a:lnTo>
                    <a:pt x="659587" y="250564"/>
                  </a:lnTo>
                  <a:lnTo>
                    <a:pt x="697270" y="226128"/>
                  </a:lnTo>
                  <a:lnTo>
                    <a:pt x="735727" y="202811"/>
                  </a:lnTo>
                  <a:lnTo>
                    <a:pt x="774935" y="180636"/>
                  </a:lnTo>
                  <a:lnTo>
                    <a:pt x="814869" y="159627"/>
                  </a:lnTo>
                  <a:lnTo>
                    <a:pt x="855508" y="139806"/>
                  </a:lnTo>
                  <a:lnTo>
                    <a:pt x="896828" y="121196"/>
                  </a:lnTo>
                  <a:lnTo>
                    <a:pt x="938805" y="103821"/>
                  </a:lnTo>
                  <a:lnTo>
                    <a:pt x="981418" y="87703"/>
                  </a:lnTo>
                  <a:lnTo>
                    <a:pt x="1024643" y="72866"/>
                  </a:lnTo>
                  <a:lnTo>
                    <a:pt x="1068457" y="59333"/>
                  </a:lnTo>
                  <a:lnTo>
                    <a:pt x="1112836" y="47126"/>
                  </a:lnTo>
                  <a:lnTo>
                    <a:pt x="1157759" y="36269"/>
                  </a:lnTo>
                  <a:lnTo>
                    <a:pt x="1203201" y="26785"/>
                  </a:lnTo>
                  <a:lnTo>
                    <a:pt x="1249140" y="18697"/>
                  </a:lnTo>
                  <a:lnTo>
                    <a:pt x="1295552" y="12027"/>
                  </a:lnTo>
                  <a:lnTo>
                    <a:pt x="1342415" y="6800"/>
                  </a:lnTo>
                  <a:lnTo>
                    <a:pt x="1389705" y="3037"/>
                  </a:lnTo>
                  <a:lnTo>
                    <a:pt x="1437400" y="763"/>
                  </a:lnTo>
                  <a:lnTo>
                    <a:pt x="1533552" y="763"/>
                  </a:lnTo>
                  <a:lnTo>
                    <a:pt x="1581247" y="3037"/>
                  </a:lnTo>
                  <a:lnTo>
                    <a:pt x="1628538" y="6800"/>
                  </a:lnTo>
                  <a:lnTo>
                    <a:pt x="1675400" y="12027"/>
                  </a:lnTo>
                  <a:lnTo>
                    <a:pt x="1721813" y="18697"/>
                  </a:lnTo>
                  <a:lnTo>
                    <a:pt x="1767751" y="26785"/>
                  </a:lnTo>
                  <a:lnTo>
                    <a:pt x="1813193" y="36269"/>
                  </a:lnTo>
                  <a:lnTo>
                    <a:pt x="1858116" y="47126"/>
                  </a:lnTo>
                  <a:lnTo>
                    <a:pt x="1902495" y="59333"/>
                  </a:lnTo>
                  <a:lnTo>
                    <a:pt x="1946309" y="72866"/>
                  </a:lnTo>
                  <a:lnTo>
                    <a:pt x="1989534" y="87703"/>
                  </a:lnTo>
                  <a:lnTo>
                    <a:pt x="2032147" y="103821"/>
                  </a:lnTo>
                  <a:lnTo>
                    <a:pt x="2074125" y="121196"/>
                  </a:lnTo>
                  <a:lnTo>
                    <a:pt x="2115444" y="139806"/>
                  </a:lnTo>
                  <a:lnTo>
                    <a:pt x="2156083" y="159627"/>
                  </a:lnTo>
                  <a:lnTo>
                    <a:pt x="2196018" y="180636"/>
                  </a:lnTo>
                  <a:lnTo>
                    <a:pt x="2235225" y="202811"/>
                  </a:lnTo>
                  <a:lnTo>
                    <a:pt x="2273682" y="226128"/>
                  </a:lnTo>
                  <a:lnTo>
                    <a:pt x="2311366" y="250564"/>
                  </a:lnTo>
                  <a:lnTo>
                    <a:pt x="2348253" y="276096"/>
                  </a:lnTo>
                  <a:lnTo>
                    <a:pt x="2384321" y="302701"/>
                  </a:lnTo>
                  <a:lnTo>
                    <a:pt x="2419546" y="330356"/>
                  </a:lnTo>
                  <a:lnTo>
                    <a:pt x="2453906" y="359039"/>
                  </a:lnTo>
                  <a:lnTo>
                    <a:pt x="2487377" y="388725"/>
                  </a:lnTo>
                  <a:lnTo>
                    <a:pt x="2519937" y="419392"/>
                  </a:lnTo>
                  <a:lnTo>
                    <a:pt x="2551561" y="451016"/>
                  </a:lnTo>
                  <a:lnTo>
                    <a:pt x="2582228" y="483576"/>
                  </a:lnTo>
                  <a:lnTo>
                    <a:pt x="2611914" y="517047"/>
                  </a:lnTo>
                  <a:lnTo>
                    <a:pt x="2640597" y="551407"/>
                  </a:lnTo>
                  <a:lnTo>
                    <a:pt x="2668252" y="586632"/>
                  </a:lnTo>
                  <a:lnTo>
                    <a:pt x="2694857" y="622700"/>
                  </a:lnTo>
                  <a:lnTo>
                    <a:pt x="2720389" y="659587"/>
                  </a:lnTo>
                  <a:lnTo>
                    <a:pt x="2744825" y="697271"/>
                  </a:lnTo>
                  <a:lnTo>
                    <a:pt x="2768142" y="735728"/>
                  </a:lnTo>
                  <a:lnTo>
                    <a:pt x="2790317" y="774935"/>
                  </a:lnTo>
                  <a:lnTo>
                    <a:pt x="2811326" y="814870"/>
                  </a:lnTo>
                  <a:lnTo>
                    <a:pt x="2831147" y="855509"/>
                  </a:lnTo>
                  <a:lnTo>
                    <a:pt x="2849757" y="896828"/>
                  </a:lnTo>
                  <a:lnTo>
                    <a:pt x="2867132" y="938806"/>
                  </a:lnTo>
                  <a:lnTo>
                    <a:pt x="2883250" y="981419"/>
                  </a:lnTo>
                  <a:lnTo>
                    <a:pt x="2898087" y="1024644"/>
                  </a:lnTo>
                  <a:lnTo>
                    <a:pt x="2911620" y="1068458"/>
                  </a:lnTo>
                  <a:lnTo>
                    <a:pt x="2923827" y="1112837"/>
                  </a:lnTo>
                  <a:lnTo>
                    <a:pt x="2934684" y="1157760"/>
                  </a:lnTo>
                  <a:lnTo>
                    <a:pt x="2944168" y="1203202"/>
                  </a:lnTo>
                  <a:lnTo>
                    <a:pt x="2952256" y="1249140"/>
                  </a:lnTo>
                  <a:lnTo>
                    <a:pt x="2958926" y="1295553"/>
                  </a:lnTo>
                  <a:lnTo>
                    <a:pt x="2964153" y="1342416"/>
                  </a:lnTo>
                  <a:lnTo>
                    <a:pt x="2967916" y="1389706"/>
                  </a:lnTo>
                  <a:lnTo>
                    <a:pt x="2970190" y="1437401"/>
                  </a:lnTo>
                  <a:lnTo>
                    <a:pt x="2970953" y="1485477"/>
                  </a:lnTo>
                  <a:lnTo>
                    <a:pt x="2970190" y="1533553"/>
                  </a:lnTo>
                  <a:lnTo>
                    <a:pt x="2967916" y="1581248"/>
                  </a:lnTo>
                  <a:lnTo>
                    <a:pt x="2964153" y="1628538"/>
                  </a:lnTo>
                  <a:lnTo>
                    <a:pt x="2958926" y="1675401"/>
                  </a:lnTo>
                  <a:lnTo>
                    <a:pt x="2952256" y="1721813"/>
                  </a:lnTo>
                  <a:lnTo>
                    <a:pt x="2944168" y="1767752"/>
                  </a:lnTo>
                  <a:lnTo>
                    <a:pt x="2934684" y="1813194"/>
                  </a:lnTo>
                  <a:lnTo>
                    <a:pt x="2923827" y="1858116"/>
                  </a:lnTo>
                  <a:lnTo>
                    <a:pt x="2911620" y="1902496"/>
                  </a:lnTo>
                  <a:lnTo>
                    <a:pt x="2898087" y="1946310"/>
                  </a:lnTo>
                  <a:lnTo>
                    <a:pt x="2883250" y="1989535"/>
                  </a:lnTo>
                  <a:lnTo>
                    <a:pt x="2867132" y="2032147"/>
                  </a:lnTo>
                  <a:lnTo>
                    <a:pt x="2849757" y="2074125"/>
                  </a:lnTo>
                  <a:lnTo>
                    <a:pt x="2831147" y="2115445"/>
                  </a:lnTo>
                  <a:lnTo>
                    <a:pt x="2811326" y="2156084"/>
                  </a:lnTo>
                  <a:lnTo>
                    <a:pt x="2790317" y="2196018"/>
                  </a:lnTo>
                  <a:lnTo>
                    <a:pt x="2768142" y="2235226"/>
                  </a:lnTo>
                  <a:lnTo>
                    <a:pt x="2744825" y="2273683"/>
                  </a:lnTo>
                  <a:lnTo>
                    <a:pt x="2720389" y="2311366"/>
                  </a:lnTo>
                  <a:lnTo>
                    <a:pt x="2694857" y="2348254"/>
                  </a:lnTo>
                  <a:lnTo>
                    <a:pt x="2668252" y="2384321"/>
                  </a:lnTo>
                  <a:lnTo>
                    <a:pt x="2640597" y="2419547"/>
                  </a:lnTo>
                  <a:lnTo>
                    <a:pt x="2611914" y="2453907"/>
                  </a:lnTo>
                  <a:lnTo>
                    <a:pt x="2582228" y="2487378"/>
                  </a:lnTo>
                  <a:lnTo>
                    <a:pt x="2551561" y="2519937"/>
                  </a:lnTo>
                  <a:lnTo>
                    <a:pt x="2519937" y="2551562"/>
                  </a:lnTo>
                  <a:lnTo>
                    <a:pt x="2487377" y="2582229"/>
                  </a:lnTo>
                  <a:lnTo>
                    <a:pt x="2453906" y="2611915"/>
                  </a:lnTo>
                  <a:lnTo>
                    <a:pt x="2419546" y="2640597"/>
                  </a:lnTo>
                  <a:lnTo>
                    <a:pt x="2384321" y="2668253"/>
                  </a:lnTo>
                  <a:lnTo>
                    <a:pt x="2348253" y="2694858"/>
                  </a:lnTo>
                  <a:lnTo>
                    <a:pt x="2311366" y="2720390"/>
                  </a:lnTo>
                  <a:lnTo>
                    <a:pt x="2273682" y="2744826"/>
                  </a:lnTo>
                  <a:lnTo>
                    <a:pt x="2235225" y="2768143"/>
                  </a:lnTo>
                  <a:lnTo>
                    <a:pt x="2196018" y="2790318"/>
                  </a:lnTo>
                  <a:lnTo>
                    <a:pt x="2156083" y="2811327"/>
                  </a:lnTo>
                  <a:lnTo>
                    <a:pt x="2115444" y="2831148"/>
                  </a:lnTo>
                  <a:lnTo>
                    <a:pt x="2074125" y="2849758"/>
                  </a:lnTo>
                  <a:lnTo>
                    <a:pt x="2032147" y="2867133"/>
                  </a:lnTo>
                  <a:lnTo>
                    <a:pt x="1989534" y="2883250"/>
                  </a:lnTo>
                  <a:lnTo>
                    <a:pt x="1946309" y="2898087"/>
                  </a:lnTo>
                  <a:lnTo>
                    <a:pt x="1902495" y="2911621"/>
                  </a:lnTo>
                  <a:lnTo>
                    <a:pt x="1858116" y="2923828"/>
                  </a:lnTo>
                  <a:lnTo>
                    <a:pt x="1813193" y="2934685"/>
                  </a:lnTo>
                  <a:lnTo>
                    <a:pt x="1767751" y="2944169"/>
                  </a:lnTo>
                  <a:lnTo>
                    <a:pt x="1721813" y="2952257"/>
                  </a:lnTo>
                  <a:lnTo>
                    <a:pt x="1675400" y="2958927"/>
                  </a:lnTo>
                  <a:lnTo>
                    <a:pt x="1628538" y="2964154"/>
                  </a:lnTo>
                  <a:lnTo>
                    <a:pt x="1581247" y="2967917"/>
                  </a:lnTo>
                  <a:lnTo>
                    <a:pt x="1533552" y="2970191"/>
                  </a:lnTo>
                  <a:lnTo>
                    <a:pt x="1485504" y="2970954"/>
                  </a:lnTo>
                  <a:close/>
                </a:path>
              </a:pathLst>
            </a:custGeom>
            <a:solidFill>
              <a:srgbClr val="FFFD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2855054" y="3864685"/>
              <a:ext cx="4046854" cy="3600450"/>
            </a:xfrm>
            <a:custGeom>
              <a:avLst/>
              <a:gdLst/>
              <a:ahLst/>
              <a:cxnLst/>
              <a:rect l="l" t="t" r="r" b="b"/>
              <a:pathLst>
                <a:path w="4046855" h="3600450">
                  <a:moveTo>
                    <a:pt x="4046410" y="1806689"/>
                  </a:moveTo>
                  <a:lnTo>
                    <a:pt x="3380943" y="938885"/>
                  </a:lnTo>
                  <a:lnTo>
                    <a:pt x="3369233" y="917460"/>
                  </a:lnTo>
                  <a:lnTo>
                    <a:pt x="3346716" y="878649"/>
                  </a:lnTo>
                  <a:lnTo>
                    <a:pt x="3323259" y="840460"/>
                  </a:lnTo>
                  <a:lnTo>
                    <a:pt x="3298901" y="802906"/>
                  </a:lnTo>
                  <a:lnTo>
                    <a:pt x="3273628" y="766000"/>
                  </a:lnTo>
                  <a:lnTo>
                    <a:pt x="3247479" y="729754"/>
                  </a:lnTo>
                  <a:lnTo>
                    <a:pt x="3220453" y="694207"/>
                  </a:lnTo>
                  <a:lnTo>
                    <a:pt x="3192576" y="659345"/>
                  </a:lnTo>
                  <a:lnTo>
                    <a:pt x="3163874" y="625208"/>
                  </a:lnTo>
                  <a:lnTo>
                    <a:pt x="3134334" y="591794"/>
                  </a:lnTo>
                  <a:lnTo>
                    <a:pt x="3103994" y="559117"/>
                  </a:lnTo>
                  <a:lnTo>
                    <a:pt x="3072866" y="527215"/>
                  </a:lnTo>
                  <a:lnTo>
                    <a:pt x="3040951" y="496074"/>
                  </a:lnTo>
                  <a:lnTo>
                    <a:pt x="3008287" y="465734"/>
                  </a:lnTo>
                  <a:lnTo>
                    <a:pt x="2974873" y="436206"/>
                  </a:lnTo>
                  <a:lnTo>
                    <a:pt x="2940723" y="407492"/>
                  </a:lnTo>
                  <a:lnTo>
                    <a:pt x="2905874" y="379615"/>
                  </a:lnTo>
                  <a:lnTo>
                    <a:pt x="2870314" y="352602"/>
                  </a:lnTo>
                  <a:lnTo>
                    <a:pt x="2834081" y="326440"/>
                  </a:lnTo>
                  <a:lnTo>
                    <a:pt x="2797175" y="301180"/>
                  </a:lnTo>
                  <a:lnTo>
                    <a:pt x="2759621" y="276809"/>
                  </a:lnTo>
                  <a:lnTo>
                    <a:pt x="2721419" y="253365"/>
                  </a:lnTo>
                  <a:lnTo>
                    <a:pt x="2682608" y="230847"/>
                  </a:lnTo>
                  <a:lnTo>
                    <a:pt x="2643200" y="209270"/>
                  </a:lnTo>
                  <a:lnTo>
                    <a:pt x="2603195" y="188658"/>
                  </a:lnTo>
                  <a:lnTo>
                    <a:pt x="2562606" y="169024"/>
                  </a:lnTo>
                  <a:lnTo>
                    <a:pt x="2521470" y="150393"/>
                  </a:lnTo>
                  <a:lnTo>
                    <a:pt x="2479789" y="132765"/>
                  </a:lnTo>
                  <a:lnTo>
                    <a:pt x="2437587" y="116154"/>
                  </a:lnTo>
                  <a:lnTo>
                    <a:pt x="2394864" y="100596"/>
                  </a:lnTo>
                  <a:lnTo>
                    <a:pt x="2351646" y="86080"/>
                  </a:lnTo>
                  <a:lnTo>
                    <a:pt x="2307958" y="72644"/>
                  </a:lnTo>
                  <a:lnTo>
                    <a:pt x="2263787" y="60299"/>
                  </a:lnTo>
                  <a:lnTo>
                    <a:pt x="2219185" y="49047"/>
                  </a:lnTo>
                  <a:lnTo>
                    <a:pt x="2174138" y="38925"/>
                  </a:lnTo>
                  <a:lnTo>
                    <a:pt x="2128672" y="29921"/>
                  </a:lnTo>
                  <a:lnTo>
                    <a:pt x="2082812" y="22072"/>
                  </a:lnTo>
                  <a:lnTo>
                    <a:pt x="2036559" y="15392"/>
                  </a:lnTo>
                  <a:lnTo>
                    <a:pt x="1989937" y="9893"/>
                  </a:lnTo>
                  <a:lnTo>
                    <a:pt x="1942960" y="5588"/>
                  </a:lnTo>
                  <a:lnTo>
                    <a:pt x="1895640" y="2489"/>
                  </a:lnTo>
                  <a:lnTo>
                    <a:pt x="1847989" y="622"/>
                  </a:lnTo>
                  <a:lnTo>
                    <a:pt x="1800047" y="0"/>
                  </a:lnTo>
                  <a:lnTo>
                    <a:pt x="1752092" y="622"/>
                  </a:lnTo>
                  <a:lnTo>
                    <a:pt x="1704441" y="2489"/>
                  </a:lnTo>
                  <a:lnTo>
                    <a:pt x="1657121" y="5588"/>
                  </a:lnTo>
                  <a:lnTo>
                    <a:pt x="1610144" y="9893"/>
                  </a:lnTo>
                  <a:lnTo>
                    <a:pt x="1563522" y="15392"/>
                  </a:lnTo>
                  <a:lnTo>
                    <a:pt x="1517269" y="22072"/>
                  </a:lnTo>
                  <a:lnTo>
                    <a:pt x="1471409" y="29921"/>
                  </a:lnTo>
                  <a:lnTo>
                    <a:pt x="1425943" y="38925"/>
                  </a:lnTo>
                  <a:lnTo>
                    <a:pt x="1380896" y="49047"/>
                  </a:lnTo>
                  <a:lnTo>
                    <a:pt x="1336294" y="60299"/>
                  </a:lnTo>
                  <a:lnTo>
                    <a:pt x="1292136" y="72644"/>
                  </a:lnTo>
                  <a:lnTo>
                    <a:pt x="1248435" y="86080"/>
                  </a:lnTo>
                  <a:lnTo>
                    <a:pt x="1205217" y="100596"/>
                  </a:lnTo>
                  <a:lnTo>
                    <a:pt x="1162494" y="116154"/>
                  </a:lnTo>
                  <a:lnTo>
                    <a:pt x="1120292" y="132765"/>
                  </a:lnTo>
                  <a:lnTo>
                    <a:pt x="1078611" y="150393"/>
                  </a:lnTo>
                  <a:lnTo>
                    <a:pt x="1037475" y="169024"/>
                  </a:lnTo>
                  <a:lnTo>
                    <a:pt x="996899" y="188658"/>
                  </a:lnTo>
                  <a:lnTo>
                    <a:pt x="956881" y="209270"/>
                  </a:lnTo>
                  <a:lnTo>
                    <a:pt x="917473" y="230847"/>
                  </a:lnTo>
                  <a:lnTo>
                    <a:pt x="878662" y="253365"/>
                  </a:lnTo>
                  <a:lnTo>
                    <a:pt x="840460" y="276809"/>
                  </a:lnTo>
                  <a:lnTo>
                    <a:pt x="802906" y="301180"/>
                  </a:lnTo>
                  <a:lnTo>
                    <a:pt x="766000" y="326440"/>
                  </a:lnTo>
                  <a:lnTo>
                    <a:pt x="729767" y="352602"/>
                  </a:lnTo>
                  <a:lnTo>
                    <a:pt x="694207" y="379615"/>
                  </a:lnTo>
                  <a:lnTo>
                    <a:pt x="659358" y="407492"/>
                  </a:lnTo>
                  <a:lnTo>
                    <a:pt x="625208" y="436206"/>
                  </a:lnTo>
                  <a:lnTo>
                    <a:pt x="591794" y="465734"/>
                  </a:lnTo>
                  <a:lnTo>
                    <a:pt x="559130" y="496074"/>
                  </a:lnTo>
                  <a:lnTo>
                    <a:pt x="527215" y="527215"/>
                  </a:lnTo>
                  <a:lnTo>
                    <a:pt x="496087" y="559117"/>
                  </a:lnTo>
                  <a:lnTo>
                    <a:pt x="465747" y="591794"/>
                  </a:lnTo>
                  <a:lnTo>
                    <a:pt x="436206" y="625208"/>
                  </a:lnTo>
                  <a:lnTo>
                    <a:pt x="407504" y="659345"/>
                  </a:lnTo>
                  <a:lnTo>
                    <a:pt x="379628" y="694207"/>
                  </a:lnTo>
                  <a:lnTo>
                    <a:pt x="352602" y="729754"/>
                  </a:lnTo>
                  <a:lnTo>
                    <a:pt x="326453" y="766000"/>
                  </a:lnTo>
                  <a:lnTo>
                    <a:pt x="301180" y="802906"/>
                  </a:lnTo>
                  <a:lnTo>
                    <a:pt x="276821" y="840460"/>
                  </a:lnTo>
                  <a:lnTo>
                    <a:pt x="253365" y="878649"/>
                  </a:lnTo>
                  <a:lnTo>
                    <a:pt x="230847" y="917460"/>
                  </a:lnTo>
                  <a:lnTo>
                    <a:pt x="209283" y="956881"/>
                  </a:lnTo>
                  <a:lnTo>
                    <a:pt x="188671" y="996886"/>
                  </a:lnTo>
                  <a:lnTo>
                    <a:pt x="169037" y="1037463"/>
                  </a:lnTo>
                  <a:lnTo>
                    <a:pt x="150393" y="1078598"/>
                  </a:lnTo>
                  <a:lnTo>
                    <a:pt x="132765" y="1120279"/>
                  </a:lnTo>
                  <a:lnTo>
                    <a:pt x="116166" y="1162494"/>
                  </a:lnTo>
                  <a:lnTo>
                    <a:pt x="100596" y="1205217"/>
                  </a:lnTo>
                  <a:lnTo>
                    <a:pt x="86093" y="1248422"/>
                  </a:lnTo>
                  <a:lnTo>
                    <a:pt x="72656" y="1292123"/>
                  </a:lnTo>
                  <a:lnTo>
                    <a:pt x="60299" y="1336281"/>
                  </a:lnTo>
                  <a:lnTo>
                    <a:pt x="49060" y="1380896"/>
                  </a:lnTo>
                  <a:lnTo>
                    <a:pt x="38925" y="1425930"/>
                  </a:lnTo>
                  <a:lnTo>
                    <a:pt x="29933" y="1471396"/>
                  </a:lnTo>
                  <a:lnTo>
                    <a:pt x="22085" y="1517269"/>
                  </a:lnTo>
                  <a:lnTo>
                    <a:pt x="15405" y="1563509"/>
                  </a:lnTo>
                  <a:lnTo>
                    <a:pt x="9893" y="1610131"/>
                  </a:lnTo>
                  <a:lnTo>
                    <a:pt x="5588" y="1657121"/>
                  </a:lnTo>
                  <a:lnTo>
                    <a:pt x="2501" y="1704441"/>
                  </a:lnTo>
                  <a:lnTo>
                    <a:pt x="622" y="1752079"/>
                  </a:lnTo>
                  <a:lnTo>
                    <a:pt x="0" y="1800021"/>
                  </a:lnTo>
                  <a:lnTo>
                    <a:pt x="622" y="1847989"/>
                  </a:lnTo>
                  <a:lnTo>
                    <a:pt x="2501" y="1895627"/>
                  </a:lnTo>
                  <a:lnTo>
                    <a:pt x="5588" y="1942947"/>
                  </a:lnTo>
                  <a:lnTo>
                    <a:pt x="9893" y="1989937"/>
                  </a:lnTo>
                  <a:lnTo>
                    <a:pt x="15405" y="2036559"/>
                  </a:lnTo>
                  <a:lnTo>
                    <a:pt x="22085" y="2082800"/>
                  </a:lnTo>
                  <a:lnTo>
                    <a:pt x="29933" y="2128672"/>
                  </a:lnTo>
                  <a:lnTo>
                    <a:pt x="38925" y="2174138"/>
                  </a:lnTo>
                  <a:lnTo>
                    <a:pt x="49060" y="2219172"/>
                  </a:lnTo>
                  <a:lnTo>
                    <a:pt x="60299" y="2263787"/>
                  </a:lnTo>
                  <a:lnTo>
                    <a:pt x="72656" y="2307945"/>
                  </a:lnTo>
                  <a:lnTo>
                    <a:pt x="86093" y="2351646"/>
                  </a:lnTo>
                  <a:lnTo>
                    <a:pt x="100596" y="2394851"/>
                  </a:lnTo>
                  <a:lnTo>
                    <a:pt x="116166" y="2437574"/>
                  </a:lnTo>
                  <a:lnTo>
                    <a:pt x="132765" y="2479789"/>
                  </a:lnTo>
                  <a:lnTo>
                    <a:pt x="150393" y="2521470"/>
                  </a:lnTo>
                  <a:lnTo>
                    <a:pt x="169037" y="2562606"/>
                  </a:lnTo>
                  <a:lnTo>
                    <a:pt x="188671" y="2603182"/>
                  </a:lnTo>
                  <a:lnTo>
                    <a:pt x="209283" y="2643187"/>
                  </a:lnTo>
                  <a:lnTo>
                    <a:pt x="230847" y="2682608"/>
                  </a:lnTo>
                  <a:lnTo>
                    <a:pt x="253365" y="2721419"/>
                  </a:lnTo>
                  <a:lnTo>
                    <a:pt x="276821" y="2759608"/>
                  </a:lnTo>
                  <a:lnTo>
                    <a:pt x="301180" y="2797162"/>
                  </a:lnTo>
                  <a:lnTo>
                    <a:pt x="326453" y="2834068"/>
                  </a:lnTo>
                  <a:lnTo>
                    <a:pt x="352602" y="2870314"/>
                  </a:lnTo>
                  <a:lnTo>
                    <a:pt x="379628" y="2905861"/>
                  </a:lnTo>
                  <a:lnTo>
                    <a:pt x="407504" y="2940723"/>
                  </a:lnTo>
                  <a:lnTo>
                    <a:pt x="436206" y="2974860"/>
                  </a:lnTo>
                  <a:lnTo>
                    <a:pt x="465747" y="3008274"/>
                  </a:lnTo>
                  <a:lnTo>
                    <a:pt x="496087" y="3040951"/>
                  </a:lnTo>
                  <a:lnTo>
                    <a:pt x="527215" y="3072854"/>
                  </a:lnTo>
                  <a:lnTo>
                    <a:pt x="559130" y="3103981"/>
                  </a:lnTo>
                  <a:lnTo>
                    <a:pt x="591794" y="3134334"/>
                  </a:lnTo>
                  <a:lnTo>
                    <a:pt x="625208" y="3163862"/>
                  </a:lnTo>
                  <a:lnTo>
                    <a:pt x="659358" y="3192576"/>
                  </a:lnTo>
                  <a:lnTo>
                    <a:pt x="694207" y="3220453"/>
                  </a:lnTo>
                  <a:lnTo>
                    <a:pt x="729767" y="3247466"/>
                  </a:lnTo>
                  <a:lnTo>
                    <a:pt x="766000" y="3273628"/>
                  </a:lnTo>
                  <a:lnTo>
                    <a:pt x="802906" y="3298888"/>
                  </a:lnTo>
                  <a:lnTo>
                    <a:pt x="840460" y="3323259"/>
                  </a:lnTo>
                  <a:lnTo>
                    <a:pt x="878662" y="3346704"/>
                  </a:lnTo>
                  <a:lnTo>
                    <a:pt x="917473" y="3369221"/>
                  </a:lnTo>
                  <a:lnTo>
                    <a:pt x="956881" y="3390798"/>
                  </a:lnTo>
                  <a:lnTo>
                    <a:pt x="996899" y="3411410"/>
                  </a:lnTo>
                  <a:lnTo>
                    <a:pt x="1037475" y="3431044"/>
                  </a:lnTo>
                  <a:lnTo>
                    <a:pt x="1078611" y="3449675"/>
                  </a:lnTo>
                  <a:lnTo>
                    <a:pt x="1120292" y="3467303"/>
                  </a:lnTo>
                  <a:lnTo>
                    <a:pt x="1162494" y="3483914"/>
                  </a:lnTo>
                  <a:lnTo>
                    <a:pt x="1205217" y="3499472"/>
                  </a:lnTo>
                  <a:lnTo>
                    <a:pt x="1248435" y="3513988"/>
                  </a:lnTo>
                  <a:lnTo>
                    <a:pt x="1292136" y="3527425"/>
                  </a:lnTo>
                  <a:lnTo>
                    <a:pt x="1336294" y="3539769"/>
                  </a:lnTo>
                  <a:lnTo>
                    <a:pt x="1380896" y="3551021"/>
                  </a:lnTo>
                  <a:lnTo>
                    <a:pt x="1425943" y="3561143"/>
                  </a:lnTo>
                  <a:lnTo>
                    <a:pt x="1471409" y="3570147"/>
                  </a:lnTo>
                  <a:lnTo>
                    <a:pt x="1517269" y="3577996"/>
                  </a:lnTo>
                  <a:lnTo>
                    <a:pt x="1563522" y="3584676"/>
                  </a:lnTo>
                  <a:lnTo>
                    <a:pt x="1610144" y="3590175"/>
                  </a:lnTo>
                  <a:lnTo>
                    <a:pt x="1657121" y="3594481"/>
                  </a:lnTo>
                  <a:lnTo>
                    <a:pt x="1704441" y="3597579"/>
                  </a:lnTo>
                  <a:lnTo>
                    <a:pt x="1752092" y="3599446"/>
                  </a:lnTo>
                  <a:lnTo>
                    <a:pt x="1800072" y="3600069"/>
                  </a:lnTo>
                  <a:lnTo>
                    <a:pt x="1847989" y="3599446"/>
                  </a:lnTo>
                  <a:lnTo>
                    <a:pt x="1895640" y="3597579"/>
                  </a:lnTo>
                  <a:lnTo>
                    <a:pt x="1942960" y="3594481"/>
                  </a:lnTo>
                  <a:lnTo>
                    <a:pt x="1989937" y="3590175"/>
                  </a:lnTo>
                  <a:lnTo>
                    <a:pt x="2036559" y="3584676"/>
                  </a:lnTo>
                  <a:lnTo>
                    <a:pt x="2082812" y="3577996"/>
                  </a:lnTo>
                  <a:lnTo>
                    <a:pt x="2128672" y="3570147"/>
                  </a:lnTo>
                  <a:lnTo>
                    <a:pt x="2174138" y="3561143"/>
                  </a:lnTo>
                  <a:lnTo>
                    <a:pt x="2219185" y="3551021"/>
                  </a:lnTo>
                  <a:lnTo>
                    <a:pt x="2263787" y="3539769"/>
                  </a:lnTo>
                  <a:lnTo>
                    <a:pt x="2307958" y="3527425"/>
                  </a:lnTo>
                  <a:lnTo>
                    <a:pt x="2351646" y="3513988"/>
                  </a:lnTo>
                  <a:lnTo>
                    <a:pt x="2394864" y="3499472"/>
                  </a:lnTo>
                  <a:lnTo>
                    <a:pt x="2437587" y="3483914"/>
                  </a:lnTo>
                  <a:lnTo>
                    <a:pt x="2479789" y="3467303"/>
                  </a:lnTo>
                  <a:lnTo>
                    <a:pt x="2521470" y="3449675"/>
                  </a:lnTo>
                  <a:lnTo>
                    <a:pt x="2562606" y="3431044"/>
                  </a:lnTo>
                  <a:lnTo>
                    <a:pt x="2603195" y="3411410"/>
                  </a:lnTo>
                  <a:lnTo>
                    <a:pt x="2643200" y="3390798"/>
                  </a:lnTo>
                  <a:lnTo>
                    <a:pt x="2682608" y="3369221"/>
                  </a:lnTo>
                  <a:lnTo>
                    <a:pt x="2721419" y="3346704"/>
                  </a:lnTo>
                  <a:lnTo>
                    <a:pt x="2759621" y="3323259"/>
                  </a:lnTo>
                  <a:lnTo>
                    <a:pt x="2797175" y="3298888"/>
                  </a:lnTo>
                  <a:lnTo>
                    <a:pt x="2834081" y="3273628"/>
                  </a:lnTo>
                  <a:lnTo>
                    <a:pt x="2870314" y="3247466"/>
                  </a:lnTo>
                  <a:lnTo>
                    <a:pt x="2905874" y="3220453"/>
                  </a:lnTo>
                  <a:lnTo>
                    <a:pt x="2940723" y="3192576"/>
                  </a:lnTo>
                  <a:lnTo>
                    <a:pt x="2974873" y="3163862"/>
                  </a:lnTo>
                  <a:lnTo>
                    <a:pt x="3008287" y="3134334"/>
                  </a:lnTo>
                  <a:lnTo>
                    <a:pt x="3040951" y="3103981"/>
                  </a:lnTo>
                  <a:lnTo>
                    <a:pt x="3072866" y="3072854"/>
                  </a:lnTo>
                  <a:lnTo>
                    <a:pt x="3103994" y="3040951"/>
                  </a:lnTo>
                  <a:lnTo>
                    <a:pt x="3134334" y="3008274"/>
                  </a:lnTo>
                  <a:lnTo>
                    <a:pt x="3163874" y="2974860"/>
                  </a:lnTo>
                  <a:lnTo>
                    <a:pt x="3192576" y="2940723"/>
                  </a:lnTo>
                  <a:lnTo>
                    <a:pt x="3220453" y="2905861"/>
                  </a:lnTo>
                  <a:lnTo>
                    <a:pt x="3247479" y="2870314"/>
                  </a:lnTo>
                  <a:lnTo>
                    <a:pt x="3273628" y="2834068"/>
                  </a:lnTo>
                  <a:lnTo>
                    <a:pt x="3298901" y="2797162"/>
                  </a:lnTo>
                  <a:lnTo>
                    <a:pt x="3323259" y="2759608"/>
                  </a:lnTo>
                  <a:lnTo>
                    <a:pt x="3338220" y="2735262"/>
                  </a:lnTo>
                  <a:lnTo>
                    <a:pt x="4046410" y="1811718"/>
                  </a:lnTo>
                  <a:lnTo>
                    <a:pt x="4046410" y="1806689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3169626" y="4179236"/>
              <a:ext cx="2971165" cy="2971165"/>
            </a:xfrm>
            <a:custGeom>
              <a:avLst/>
              <a:gdLst/>
              <a:ahLst/>
              <a:cxnLst/>
              <a:rect l="l" t="t" r="r" b="b"/>
              <a:pathLst>
                <a:path w="2971165" h="2971165">
                  <a:moveTo>
                    <a:pt x="1533551" y="763"/>
                  </a:moveTo>
                  <a:lnTo>
                    <a:pt x="1437399" y="763"/>
                  </a:lnTo>
                  <a:lnTo>
                    <a:pt x="1485475" y="0"/>
                  </a:lnTo>
                  <a:lnTo>
                    <a:pt x="1533551" y="763"/>
                  </a:lnTo>
                  <a:close/>
                </a:path>
                <a:path w="2971165" h="2971165">
                  <a:moveTo>
                    <a:pt x="1485503" y="2970954"/>
                  </a:moveTo>
                  <a:lnTo>
                    <a:pt x="1437399" y="2970191"/>
                  </a:lnTo>
                  <a:lnTo>
                    <a:pt x="1389704" y="2967917"/>
                  </a:lnTo>
                  <a:lnTo>
                    <a:pt x="1342414" y="2964154"/>
                  </a:lnTo>
                  <a:lnTo>
                    <a:pt x="1295551" y="2958927"/>
                  </a:lnTo>
                  <a:lnTo>
                    <a:pt x="1249139" y="2952257"/>
                  </a:lnTo>
                  <a:lnTo>
                    <a:pt x="1203200" y="2944169"/>
                  </a:lnTo>
                  <a:lnTo>
                    <a:pt x="1157758" y="2934685"/>
                  </a:lnTo>
                  <a:lnTo>
                    <a:pt x="1112836" y="2923828"/>
                  </a:lnTo>
                  <a:lnTo>
                    <a:pt x="1068456" y="2911621"/>
                  </a:lnTo>
                  <a:lnTo>
                    <a:pt x="1024642" y="2898087"/>
                  </a:lnTo>
                  <a:lnTo>
                    <a:pt x="981418" y="2883250"/>
                  </a:lnTo>
                  <a:lnTo>
                    <a:pt x="938805" y="2867133"/>
                  </a:lnTo>
                  <a:lnTo>
                    <a:pt x="896827" y="2849758"/>
                  </a:lnTo>
                  <a:lnTo>
                    <a:pt x="855507" y="2831148"/>
                  </a:lnTo>
                  <a:lnTo>
                    <a:pt x="814868" y="2811327"/>
                  </a:lnTo>
                  <a:lnTo>
                    <a:pt x="774934" y="2790318"/>
                  </a:lnTo>
                  <a:lnTo>
                    <a:pt x="735727" y="2768143"/>
                  </a:lnTo>
                  <a:lnTo>
                    <a:pt x="697270" y="2744826"/>
                  </a:lnTo>
                  <a:lnTo>
                    <a:pt x="659586" y="2720390"/>
                  </a:lnTo>
                  <a:lnTo>
                    <a:pt x="622699" y="2694858"/>
                  </a:lnTo>
                  <a:lnTo>
                    <a:pt x="586631" y="2668253"/>
                  </a:lnTo>
                  <a:lnTo>
                    <a:pt x="551405" y="2640597"/>
                  </a:lnTo>
                  <a:lnTo>
                    <a:pt x="517046" y="2611915"/>
                  </a:lnTo>
                  <a:lnTo>
                    <a:pt x="483574" y="2582229"/>
                  </a:lnTo>
                  <a:lnTo>
                    <a:pt x="451015" y="2551562"/>
                  </a:lnTo>
                  <a:lnTo>
                    <a:pt x="419390" y="2519937"/>
                  </a:lnTo>
                  <a:lnTo>
                    <a:pt x="388723" y="2487378"/>
                  </a:lnTo>
                  <a:lnTo>
                    <a:pt x="359037" y="2453907"/>
                  </a:lnTo>
                  <a:lnTo>
                    <a:pt x="330355" y="2419547"/>
                  </a:lnTo>
                  <a:lnTo>
                    <a:pt x="302700" y="2384321"/>
                  </a:lnTo>
                  <a:lnTo>
                    <a:pt x="276094" y="2348254"/>
                  </a:lnTo>
                  <a:lnTo>
                    <a:pt x="250562" y="2311366"/>
                  </a:lnTo>
                  <a:lnTo>
                    <a:pt x="226126" y="2273683"/>
                  </a:lnTo>
                  <a:lnTo>
                    <a:pt x="202809" y="2235226"/>
                  </a:lnTo>
                  <a:lnTo>
                    <a:pt x="180635" y="2196018"/>
                  </a:lnTo>
                  <a:lnTo>
                    <a:pt x="159625" y="2156084"/>
                  </a:lnTo>
                  <a:lnTo>
                    <a:pt x="139804" y="2115445"/>
                  </a:lnTo>
                  <a:lnTo>
                    <a:pt x="121195" y="2074125"/>
                  </a:lnTo>
                  <a:lnTo>
                    <a:pt x="103819" y="2032147"/>
                  </a:lnTo>
                  <a:lnTo>
                    <a:pt x="87702" y="1989535"/>
                  </a:lnTo>
                  <a:lnTo>
                    <a:pt x="72865" y="1946310"/>
                  </a:lnTo>
                  <a:lnTo>
                    <a:pt x="59331" y="1902496"/>
                  </a:lnTo>
                  <a:lnTo>
                    <a:pt x="47125" y="1858116"/>
                  </a:lnTo>
                  <a:lnTo>
                    <a:pt x="36268" y="1813194"/>
                  </a:lnTo>
                  <a:lnTo>
                    <a:pt x="26783" y="1767752"/>
                  </a:lnTo>
                  <a:lnTo>
                    <a:pt x="18695" y="1721813"/>
                  </a:lnTo>
                  <a:lnTo>
                    <a:pt x="12026" y="1675401"/>
                  </a:lnTo>
                  <a:lnTo>
                    <a:pt x="6798" y="1628538"/>
                  </a:lnTo>
                  <a:lnTo>
                    <a:pt x="3036" y="1581248"/>
                  </a:lnTo>
                  <a:lnTo>
                    <a:pt x="761" y="1533553"/>
                  </a:lnTo>
                  <a:lnTo>
                    <a:pt x="0" y="1485383"/>
                  </a:lnTo>
                  <a:lnTo>
                    <a:pt x="761" y="1437401"/>
                  </a:lnTo>
                  <a:lnTo>
                    <a:pt x="3036" y="1389706"/>
                  </a:lnTo>
                  <a:lnTo>
                    <a:pt x="6798" y="1342416"/>
                  </a:lnTo>
                  <a:lnTo>
                    <a:pt x="12026" y="1295553"/>
                  </a:lnTo>
                  <a:lnTo>
                    <a:pt x="18695" y="1249140"/>
                  </a:lnTo>
                  <a:lnTo>
                    <a:pt x="26783" y="1203202"/>
                  </a:lnTo>
                  <a:lnTo>
                    <a:pt x="36268" y="1157760"/>
                  </a:lnTo>
                  <a:lnTo>
                    <a:pt x="47125" y="1112837"/>
                  </a:lnTo>
                  <a:lnTo>
                    <a:pt x="59331" y="1068458"/>
                  </a:lnTo>
                  <a:lnTo>
                    <a:pt x="72865" y="1024644"/>
                  </a:lnTo>
                  <a:lnTo>
                    <a:pt x="87702" y="981419"/>
                  </a:lnTo>
                  <a:lnTo>
                    <a:pt x="103819" y="938806"/>
                  </a:lnTo>
                  <a:lnTo>
                    <a:pt x="121195" y="896828"/>
                  </a:lnTo>
                  <a:lnTo>
                    <a:pt x="139804" y="855509"/>
                  </a:lnTo>
                  <a:lnTo>
                    <a:pt x="159625" y="814870"/>
                  </a:lnTo>
                  <a:lnTo>
                    <a:pt x="180635" y="774935"/>
                  </a:lnTo>
                  <a:lnTo>
                    <a:pt x="202809" y="735728"/>
                  </a:lnTo>
                  <a:lnTo>
                    <a:pt x="226126" y="697271"/>
                  </a:lnTo>
                  <a:lnTo>
                    <a:pt x="250562" y="659587"/>
                  </a:lnTo>
                  <a:lnTo>
                    <a:pt x="276094" y="622700"/>
                  </a:lnTo>
                  <a:lnTo>
                    <a:pt x="302700" y="586632"/>
                  </a:lnTo>
                  <a:lnTo>
                    <a:pt x="330355" y="551407"/>
                  </a:lnTo>
                  <a:lnTo>
                    <a:pt x="359037" y="517047"/>
                  </a:lnTo>
                  <a:lnTo>
                    <a:pt x="388723" y="483576"/>
                  </a:lnTo>
                  <a:lnTo>
                    <a:pt x="419390" y="451016"/>
                  </a:lnTo>
                  <a:lnTo>
                    <a:pt x="451015" y="419392"/>
                  </a:lnTo>
                  <a:lnTo>
                    <a:pt x="483574" y="388725"/>
                  </a:lnTo>
                  <a:lnTo>
                    <a:pt x="517046" y="359039"/>
                  </a:lnTo>
                  <a:lnTo>
                    <a:pt x="551405" y="330356"/>
                  </a:lnTo>
                  <a:lnTo>
                    <a:pt x="586631" y="302701"/>
                  </a:lnTo>
                  <a:lnTo>
                    <a:pt x="622699" y="276096"/>
                  </a:lnTo>
                  <a:lnTo>
                    <a:pt x="659586" y="250564"/>
                  </a:lnTo>
                  <a:lnTo>
                    <a:pt x="697270" y="226128"/>
                  </a:lnTo>
                  <a:lnTo>
                    <a:pt x="735727" y="202811"/>
                  </a:lnTo>
                  <a:lnTo>
                    <a:pt x="774934" y="180636"/>
                  </a:lnTo>
                  <a:lnTo>
                    <a:pt x="814868" y="159627"/>
                  </a:lnTo>
                  <a:lnTo>
                    <a:pt x="855507" y="139806"/>
                  </a:lnTo>
                  <a:lnTo>
                    <a:pt x="896827" y="121196"/>
                  </a:lnTo>
                  <a:lnTo>
                    <a:pt x="938805" y="103821"/>
                  </a:lnTo>
                  <a:lnTo>
                    <a:pt x="981418" y="87703"/>
                  </a:lnTo>
                  <a:lnTo>
                    <a:pt x="1024642" y="72866"/>
                  </a:lnTo>
                  <a:lnTo>
                    <a:pt x="1068456" y="59333"/>
                  </a:lnTo>
                  <a:lnTo>
                    <a:pt x="1112836" y="47126"/>
                  </a:lnTo>
                  <a:lnTo>
                    <a:pt x="1157758" y="36269"/>
                  </a:lnTo>
                  <a:lnTo>
                    <a:pt x="1203200" y="26785"/>
                  </a:lnTo>
                  <a:lnTo>
                    <a:pt x="1249139" y="18697"/>
                  </a:lnTo>
                  <a:lnTo>
                    <a:pt x="1295551" y="12027"/>
                  </a:lnTo>
                  <a:lnTo>
                    <a:pt x="1342414" y="6800"/>
                  </a:lnTo>
                  <a:lnTo>
                    <a:pt x="1389704" y="3037"/>
                  </a:lnTo>
                  <a:lnTo>
                    <a:pt x="1437399" y="763"/>
                  </a:lnTo>
                  <a:lnTo>
                    <a:pt x="1533551" y="763"/>
                  </a:lnTo>
                  <a:lnTo>
                    <a:pt x="1581246" y="3037"/>
                  </a:lnTo>
                  <a:lnTo>
                    <a:pt x="1628537" y="6800"/>
                  </a:lnTo>
                  <a:lnTo>
                    <a:pt x="1675399" y="12027"/>
                  </a:lnTo>
                  <a:lnTo>
                    <a:pt x="1721812" y="18697"/>
                  </a:lnTo>
                  <a:lnTo>
                    <a:pt x="1767750" y="26785"/>
                  </a:lnTo>
                  <a:lnTo>
                    <a:pt x="1813192" y="36269"/>
                  </a:lnTo>
                  <a:lnTo>
                    <a:pt x="1858115" y="47126"/>
                  </a:lnTo>
                  <a:lnTo>
                    <a:pt x="1902494" y="59333"/>
                  </a:lnTo>
                  <a:lnTo>
                    <a:pt x="1946308" y="72866"/>
                  </a:lnTo>
                  <a:lnTo>
                    <a:pt x="1989533" y="87703"/>
                  </a:lnTo>
                  <a:lnTo>
                    <a:pt x="2032146" y="103821"/>
                  </a:lnTo>
                  <a:lnTo>
                    <a:pt x="2074124" y="121196"/>
                  </a:lnTo>
                  <a:lnTo>
                    <a:pt x="2115443" y="139806"/>
                  </a:lnTo>
                  <a:lnTo>
                    <a:pt x="2156082" y="159627"/>
                  </a:lnTo>
                  <a:lnTo>
                    <a:pt x="2196017" y="180636"/>
                  </a:lnTo>
                  <a:lnTo>
                    <a:pt x="2235224" y="202811"/>
                  </a:lnTo>
                  <a:lnTo>
                    <a:pt x="2273681" y="226128"/>
                  </a:lnTo>
                  <a:lnTo>
                    <a:pt x="2311365" y="250564"/>
                  </a:lnTo>
                  <a:lnTo>
                    <a:pt x="2348252" y="276096"/>
                  </a:lnTo>
                  <a:lnTo>
                    <a:pt x="2384320" y="302701"/>
                  </a:lnTo>
                  <a:lnTo>
                    <a:pt x="2419545" y="330356"/>
                  </a:lnTo>
                  <a:lnTo>
                    <a:pt x="2453905" y="359039"/>
                  </a:lnTo>
                  <a:lnTo>
                    <a:pt x="2487376" y="388725"/>
                  </a:lnTo>
                  <a:lnTo>
                    <a:pt x="2519936" y="419392"/>
                  </a:lnTo>
                  <a:lnTo>
                    <a:pt x="2551560" y="451016"/>
                  </a:lnTo>
                  <a:lnTo>
                    <a:pt x="2582227" y="483576"/>
                  </a:lnTo>
                  <a:lnTo>
                    <a:pt x="2611913" y="517047"/>
                  </a:lnTo>
                  <a:lnTo>
                    <a:pt x="2640596" y="551407"/>
                  </a:lnTo>
                  <a:lnTo>
                    <a:pt x="2668251" y="586632"/>
                  </a:lnTo>
                  <a:lnTo>
                    <a:pt x="2694856" y="622700"/>
                  </a:lnTo>
                  <a:lnTo>
                    <a:pt x="2720388" y="659587"/>
                  </a:lnTo>
                  <a:lnTo>
                    <a:pt x="2744824" y="697271"/>
                  </a:lnTo>
                  <a:lnTo>
                    <a:pt x="2768141" y="735728"/>
                  </a:lnTo>
                  <a:lnTo>
                    <a:pt x="2790316" y="774935"/>
                  </a:lnTo>
                  <a:lnTo>
                    <a:pt x="2811325" y="814870"/>
                  </a:lnTo>
                  <a:lnTo>
                    <a:pt x="2831146" y="855509"/>
                  </a:lnTo>
                  <a:lnTo>
                    <a:pt x="2849756" y="896828"/>
                  </a:lnTo>
                  <a:lnTo>
                    <a:pt x="2867131" y="938806"/>
                  </a:lnTo>
                  <a:lnTo>
                    <a:pt x="2883249" y="981419"/>
                  </a:lnTo>
                  <a:lnTo>
                    <a:pt x="2898086" y="1024644"/>
                  </a:lnTo>
                  <a:lnTo>
                    <a:pt x="2911619" y="1068458"/>
                  </a:lnTo>
                  <a:lnTo>
                    <a:pt x="2923826" y="1112837"/>
                  </a:lnTo>
                  <a:lnTo>
                    <a:pt x="2934683" y="1157760"/>
                  </a:lnTo>
                  <a:lnTo>
                    <a:pt x="2944167" y="1203202"/>
                  </a:lnTo>
                  <a:lnTo>
                    <a:pt x="2952255" y="1249140"/>
                  </a:lnTo>
                  <a:lnTo>
                    <a:pt x="2958925" y="1295553"/>
                  </a:lnTo>
                  <a:lnTo>
                    <a:pt x="2964152" y="1342416"/>
                  </a:lnTo>
                  <a:lnTo>
                    <a:pt x="2967915" y="1389706"/>
                  </a:lnTo>
                  <a:lnTo>
                    <a:pt x="2970189" y="1437401"/>
                  </a:lnTo>
                  <a:lnTo>
                    <a:pt x="2970950" y="1485477"/>
                  </a:lnTo>
                  <a:lnTo>
                    <a:pt x="2970189" y="1533553"/>
                  </a:lnTo>
                  <a:lnTo>
                    <a:pt x="2967915" y="1581248"/>
                  </a:lnTo>
                  <a:lnTo>
                    <a:pt x="2964152" y="1628538"/>
                  </a:lnTo>
                  <a:lnTo>
                    <a:pt x="2958925" y="1675401"/>
                  </a:lnTo>
                  <a:lnTo>
                    <a:pt x="2952255" y="1721813"/>
                  </a:lnTo>
                  <a:lnTo>
                    <a:pt x="2944167" y="1767752"/>
                  </a:lnTo>
                  <a:lnTo>
                    <a:pt x="2934683" y="1813194"/>
                  </a:lnTo>
                  <a:lnTo>
                    <a:pt x="2923826" y="1858116"/>
                  </a:lnTo>
                  <a:lnTo>
                    <a:pt x="2911619" y="1902496"/>
                  </a:lnTo>
                  <a:lnTo>
                    <a:pt x="2898086" y="1946310"/>
                  </a:lnTo>
                  <a:lnTo>
                    <a:pt x="2883249" y="1989535"/>
                  </a:lnTo>
                  <a:lnTo>
                    <a:pt x="2867131" y="2032147"/>
                  </a:lnTo>
                  <a:lnTo>
                    <a:pt x="2849756" y="2074125"/>
                  </a:lnTo>
                  <a:lnTo>
                    <a:pt x="2831146" y="2115445"/>
                  </a:lnTo>
                  <a:lnTo>
                    <a:pt x="2811325" y="2156084"/>
                  </a:lnTo>
                  <a:lnTo>
                    <a:pt x="2790316" y="2196018"/>
                  </a:lnTo>
                  <a:lnTo>
                    <a:pt x="2768141" y="2235226"/>
                  </a:lnTo>
                  <a:lnTo>
                    <a:pt x="2744824" y="2273683"/>
                  </a:lnTo>
                  <a:lnTo>
                    <a:pt x="2720388" y="2311366"/>
                  </a:lnTo>
                  <a:lnTo>
                    <a:pt x="2694856" y="2348254"/>
                  </a:lnTo>
                  <a:lnTo>
                    <a:pt x="2668251" y="2384321"/>
                  </a:lnTo>
                  <a:lnTo>
                    <a:pt x="2640596" y="2419547"/>
                  </a:lnTo>
                  <a:lnTo>
                    <a:pt x="2611913" y="2453907"/>
                  </a:lnTo>
                  <a:lnTo>
                    <a:pt x="2582227" y="2487378"/>
                  </a:lnTo>
                  <a:lnTo>
                    <a:pt x="2551560" y="2519937"/>
                  </a:lnTo>
                  <a:lnTo>
                    <a:pt x="2519936" y="2551562"/>
                  </a:lnTo>
                  <a:lnTo>
                    <a:pt x="2487376" y="2582229"/>
                  </a:lnTo>
                  <a:lnTo>
                    <a:pt x="2453905" y="2611915"/>
                  </a:lnTo>
                  <a:lnTo>
                    <a:pt x="2419545" y="2640597"/>
                  </a:lnTo>
                  <a:lnTo>
                    <a:pt x="2384320" y="2668253"/>
                  </a:lnTo>
                  <a:lnTo>
                    <a:pt x="2348252" y="2694858"/>
                  </a:lnTo>
                  <a:lnTo>
                    <a:pt x="2311365" y="2720390"/>
                  </a:lnTo>
                  <a:lnTo>
                    <a:pt x="2273681" y="2744826"/>
                  </a:lnTo>
                  <a:lnTo>
                    <a:pt x="2235224" y="2768143"/>
                  </a:lnTo>
                  <a:lnTo>
                    <a:pt x="2196017" y="2790318"/>
                  </a:lnTo>
                  <a:lnTo>
                    <a:pt x="2156082" y="2811327"/>
                  </a:lnTo>
                  <a:lnTo>
                    <a:pt x="2115443" y="2831148"/>
                  </a:lnTo>
                  <a:lnTo>
                    <a:pt x="2074124" y="2849758"/>
                  </a:lnTo>
                  <a:lnTo>
                    <a:pt x="2032146" y="2867133"/>
                  </a:lnTo>
                  <a:lnTo>
                    <a:pt x="1989533" y="2883250"/>
                  </a:lnTo>
                  <a:lnTo>
                    <a:pt x="1946308" y="2898087"/>
                  </a:lnTo>
                  <a:lnTo>
                    <a:pt x="1902494" y="2911621"/>
                  </a:lnTo>
                  <a:lnTo>
                    <a:pt x="1858115" y="2923828"/>
                  </a:lnTo>
                  <a:lnTo>
                    <a:pt x="1813192" y="2934685"/>
                  </a:lnTo>
                  <a:lnTo>
                    <a:pt x="1767750" y="2944169"/>
                  </a:lnTo>
                  <a:lnTo>
                    <a:pt x="1721812" y="2952257"/>
                  </a:lnTo>
                  <a:lnTo>
                    <a:pt x="1675399" y="2958927"/>
                  </a:lnTo>
                  <a:lnTo>
                    <a:pt x="1628537" y="2964154"/>
                  </a:lnTo>
                  <a:lnTo>
                    <a:pt x="1581246" y="2967917"/>
                  </a:lnTo>
                  <a:lnTo>
                    <a:pt x="1533551" y="2970191"/>
                  </a:lnTo>
                  <a:lnTo>
                    <a:pt x="1485503" y="2970954"/>
                  </a:lnTo>
                  <a:close/>
                </a:path>
              </a:pathLst>
            </a:custGeom>
            <a:solidFill>
              <a:srgbClr val="FFFD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758448" y="5307006"/>
            <a:ext cx="2723515" cy="4953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3050" b="1" spc="60" dirty="0">
                <a:solidFill>
                  <a:srgbClr val="535353"/>
                </a:solidFill>
                <a:latin typeface="Arial"/>
                <a:cs typeface="Arial"/>
              </a:rPr>
              <a:t>CONCEPTION</a:t>
            </a:r>
            <a:endParaRPr sz="30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588497" y="5079765"/>
            <a:ext cx="2674620" cy="11188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835025" marR="5080" indent="-822960">
              <a:lnSpc>
                <a:spcPct val="117600"/>
              </a:lnSpc>
              <a:spcBef>
                <a:spcPts val="90"/>
              </a:spcBef>
            </a:pPr>
            <a:r>
              <a:rPr sz="3050" b="1" spc="45" dirty="0">
                <a:solidFill>
                  <a:srgbClr val="535353"/>
                </a:solidFill>
                <a:latin typeface="Arial"/>
                <a:cs typeface="Arial"/>
              </a:rPr>
              <a:t>IMPLÉMENTA </a:t>
            </a:r>
            <a:r>
              <a:rPr sz="3050" b="1" spc="120" dirty="0">
                <a:solidFill>
                  <a:srgbClr val="535353"/>
                </a:solidFill>
                <a:latin typeface="Arial"/>
                <a:cs typeface="Arial"/>
              </a:rPr>
              <a:t>TION</a:t>
            </a:r>
            <a:endParaRPr sz="30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339098" y="4735243"/>
            <a:ext cx="2626360" cy="21628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5080" indent="-635" algn="ctr">
              <a:lnSpc>
                <a:spcPct val="118900"/>
              </a:lnSpc>
              <a:spcBef>
                <a:spcPts val="95"/>
              </a:spcBef>
            </a:pPr>
            <a:r>
              <a:rPr sz="2950" b="1" spc="-10" dirty="0">
                <a:solidFill>
                  <a:srgbClr val="535353"/>
                </a:solidFill>
                <a:latin typeface="Arial"/>
                <a:cs typeface="Arial"/>
              </a:rPr>
              <a:t>PRÉSENTATI </a:t>
            </a:r>
            <a:r>
              <a:rPr sz="2950" b="1" spc="215" dirty="0">
                <a:solidFill>
                  <a:srgbClr val="535353"/>
                </a:solidFill>
                <a:latin typeface="Arial"/>
                <a:cs typeface="Arial"/>
              </a:rPr>
              <a:t>ON</a:t>
            </a:r>
            <a:r>
              <a:rPr sz="2950" b="1" spc="11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2950" b="1" spc="-25" dirty="0">
                <a:solidFill>
                  <a:srgbClr val="535353"/>
                </a:solidFill>
                <a:latin typeface="Arial"/>
                <a:cs typeface="Arial"/>
              </a:rPr>
              <a:t>DE </a:t>
            </a:r>
            <a:r>
              <a:rPr sz="2950" b="1" spc="-10" dirty="0">
                <a:solidFill>
                  <a:srgbClr val="535353"/>
                </a:solidFill>
                <a:latin typeface="Arial"/>
                <a:cs typeface="Arial"/>
              </a:rPr>
              <a:t>L’APPLICATIO </a:t>
            </a:r>
            <a:r>
              <a:rPr sz="2950" b="1" spc="160" dirty="0">
                <a:solidFill>
                  <a:srgbClr val="535353"/>
                </a:solidFill>
                <a:latin typeface="Arial"/>
                <a:cs typeface="Arial"/>
              </a:rPr>
              <a:t>N</a:t>
            </a:r>
            <a:endParaRPr sz="29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998717" y="4725664"/>
            <a:ext cx="2599055" cy="16656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-635" algn="ctr">
              <a:lnSpc>
                <a:spcPct val="117600"/>
              </a:lnSpc>
              <a:spcBef>
                <a:spcPts val="90"/>
              </a:spcBef>
            </a:pPr>
            <a:r>
              <a:rPr sz="3050" b="1" spc="-10" dirty="0">
                <a:solidFill>
                  <a:srgbClr val="535353"/>
                </a:solidFill>
                <a:latin typeface="Arial"/>
                <a:cs typeface="Arial"/>
              </a:rPr>
              <a:t>CONTEXTE GÉNÉRAL</a:t>
            </a:r>
            <a:r>
              <a:rPr sz="3050" b="1" spc="-160" dirty="0">
                <a:solidFill>
                  <a:srgbClr val="535353"/>
                </a:solidFill>
                <a:latin typeface="Arial"/>
                <a:cs typeface="Arial"/>
              </a:rPr>
              <a:t> </a:t>
            </a:r>
            <a:r>
              <a:rPr sz="3050" b="1" spc="70" dirty="0">
                <a:solidFill>
                  <a:srgbClr val="535353"/>
                </a:solidFill>
                <a:latin typeface="Arial"/>
                <a:cs typeface="Arial"/>
              </a:rPr>
              <a:t>DU </a:t>
            </a:r>
            <a:r>
              <a:rPr sz="3050" b="1" spc="-10" dirty="0">
                <a:solidFill>
                  <a:srgbClr val="535353"/>
                </a:solidFill>
                <a:latin typeface="Arial"/>
                <a:cs typeface="Arial"/>
              </a:rPr>
              <a:t>PROJET</a:t>
            </a:r>
            <a:endParaRPr sz="3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560563" y="2502496"/>
            <a:ext cx="8374380" cy="5340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105"/>
              </a:spcBef>
            </a:pPr>
            <a:r>
              <a:rPr sz="10000" b="1" spc="670" dirty="0">
                <a:solidFill>
                  <a:srgbClr val="FF3131"/>
                </a:solidFill>
                <a:latin typeface="Trebuchet MS"/>
                <a:cs typeface="Trebuchet MS"/>
              </a:rPr>
              <a:t>CONTEXTE </a:t>
            </a:r>
            <a:r>
              <a:rPr sz="10000" b="1" spc="655" dirty="0">
                <a:solidFill>
                  <a:srgbClr val="FF3131"/>
                </a:solidFill>
                <a:latin typeface="Trebuchet MS"/>
                <a:cs typeface="Trebuchet MS"/>
              </a:rPr>
              <a:t>GÉNÉRAL</a:t>
            </a:r>
            <a:r>
              <a:rPr sz="10000" b="1" spc="140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10000" b="1" spc="790" dirty="0">
                <a:solidFill>
                  <a:srgbClr val="FF3131"/>
                </a:solidFill>
                <a:latin typeface="Trebuchet MS"/>
                <a:cs typeface="Trebuchet MS"/>
              </a:rPr>
              <a:t>DU </a:t>
            </a:r>
            <a:r>
              <a:rPr sz="10000" b="1" spc="360" dirty="0">
                <a:solidFill>
                  <a:srgbClr val="FF3131"/>
                </a:solidFill>
                <a:latin typeface="Trebuchet MS"/>
                <a:cs typeface="Trebuchet MS"/>
              </a:rPr>
              <a:t>PROJET</a:t>
            </a:r>
            <a:endParaRPr sz="10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459122" y="1760501"/>
            <a:ext cx="2290445" cy="0"/>
          </a:xfrm>
          <a:custGeom>
            <a:avLst/>
            <a:gdLst/>
            <a:ahLst/>
            <a:cxnLst/>
            <a:rect l="l" t="t" r="r" b="b"/>
            <a:pathLst>
              <a:path w="2290445">
                <a:moveTo>
                  <a:pt x="0" y="0"/>
                </a:moveTo>
                <a:lnTo>
                  <a:pt x="2290127" y="0"/>
                </a:lnTo>
              </a:path>
            </a:pathLst>
          </a:custGeom>
          <a:ln w="76199">
            <a:solidFill>
              <a:srgbClr val="FF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282575">
              <a:lnSpc>
                <a:spcPct val="100000"/>
              </a:lnSpc>
              <a:spcBef>
                <a:spcPts val="114"/>
              </a:spcBef>
            </a:pPr>
            <a:r>
              <a:rPr spc="95" dirty="0"/>
              <a:t>PROJET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75493" y="2682778"/>
            <a:ext cx="15933419" cy="391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399"/>
              </a:lnSpc>
              <a:spcBef>
                <a:spcPts val="100"/>
              </a:spcBef>
            </a:pPr>
            <a:r>
              <a:rPr sz="3650" b="1" dirty="0">
                <a:latin typeface="Trebuchet MS"/>
                <a:cs typeface="Trebuchet MS"/>
              </a:rPr>
              <a:t>Le</a:t>
            </a:r>
            <a:r>
              <a:rPr sz="3650" b="1" spc="-180" dirty="0">
                <a:latin typeface="Trebuchet MS"/>
                <a:cs typeface="Trebuchet MS"/>
              </a:rPr>
              <a:t> </a:t>
            </a:r>
            <a:r>
              <a:rPr sz="3650" b="1" spc="-45" dirty="0">
                <a:latin typeface="Trebuchet MS"/>
                <a:cs typeface="Trebuchet MS"/>
              </a:rPr>
              <a:t>projet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spc="85" dirty="0">
                <a:latin typeface="Trebuchet MS"/>
                <a:cs typeface="Trebuchet MS"/>
              </a:rPr>
              <a:t>consiste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spc="135" dirty="0">
                <a:latin typeface="Trebuchet MS"/>
                <a:cs typeface="Trebuchet MS"/>
              </a:rPr>
              <a:t>à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développer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un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spc="70" dirty="0">
                <a:latin typeface="Trebuchet MS"/>
                <a:cs typeface="Trebuchet MS"/>
              </a:rPr>
              <a:t>site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web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e-commerce</a:t>
            </a:r>
            <a:r>
              <a:rPr sz="3650" b="1" spc="-180" dirty="0">
                <a:latin typeface="Trebuchet MS"/>
                <a:cs typeface="Trebuchet MS"/>
              </a:rPr>
              <a:t> </a:t>
            </a:r>
            <a:r>
              <a:rPr sz="3650" b="1" spc="75" dirty="0">
                <a:latin typeface="Trebuchet MS"/>
                <a:cs typeface="Trebuchet MS"/>
              </a:rPr>
              <a:t>spécialisé</a:t>
            </a:r>
            <a:r>
              <a:rPr sz="3650" b="1" spc="-175" dirty="0">
                <a:latin typeface="Trebuchet MS"/>
                <a:cs typeface="Trebuchet MS"/>
              </a:rPr>
              <a:t> </a:t>
            </a:r>
            <a:r>
              <a:rPr sz="3650" b="1" spc="110" dirty="0">
                <a:latin typeface="Trebuchet MS"/>
                <a:cs typeface="Trebuchet MS"/>
              </a:rPr>
              <a:t>dans </a:t>
            </a:r>
            <a:r>
              <a:rPr sz="3650" b="1" spc="114" dirty="0">
                <a:latin typeface="Trebuchet MS"/>
                <a:cs typeface="Trebuchet MS"/>
              </a:rPr>
              <a:t>la</a:t>
            </a:r>
            <a:r>
              <a:rPr sz="3650" b="1" spc="54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vente</a:t>
            </a:r>
            <a:r>
              <a:rPr sz="3650" b="1" spc="53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d'ordinateurs,</a:t>
            </a:r>
            <a:r>
              <a:rPr sz="3650" b="1" spc="540" dirty="0">
                <a:latin typeface="Trebuchet MS"/>
                <a:cs typeface="Trebuchet MS"/>
              </a:rPr>
              <a:t> </a:t>
            </a:r>
            <a:r>
              <a:rPr sz="3650" b="1" spc="90" dirty="0">
                <a:latin typeface="Trebuchet MS"/>
                <a:cs typeface="Trebuchet MS"/>
              </a:rPr>
              <a:t>d'accessoires</a:t>
            </a:r>
            <a:r>
              <a:rPr sz="3650" b="1" spc="53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informatiques</a:t>
            </a:r>
            <a:r>
              <a:rPr sz="3650" b="1" spc="540" dirty="0">
                <a:latin typeface="Trebuchet MS"/>
                <a:cs typeface="Trebuchet MS"/>
              </a:rPr>
              <a:t> </a:t>
            </a:r>
            <a:r>
              <a:rPr sz="3650" b="1" spc="-365" dirty="0">
                <a:latin typeface="Trebuchet MS"/>
                <a:cs typeface="Trebuchet MS"/>
              </a:rPr>
              <a:t>.</a:t>
            </a:r>
            <a:r>
              <a:rPr sz="3650" b="1" spc="53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Le</a:t>
            </a:r>
            <a:r>
              <a:rPr sz="3650" b="1" spc="54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commerce</a:t>
            </a:r>
            <a:r>
              <a:rPr sz="3650" b="1" spc="535" dirty="0">
                <a:latin typeface="Trebuchet MS"/>
                <a:cs typeface="Trebuchet MS"/>
              </a:rPr>
              <a:t> </a:t>
            </a:r>
            <a:r>
              <a:rPr sz="3650" b="1" spc="-25" dirty="0">
                <a:latin typeface="Trebuchet MS"/>
                <a:cs typeface="Trebuchet MS"/>
              </a:rPr>
              <a:t>en </a:t>
            </a:r>
            <a:r>
              <a:rPr sz="3650" b="1" spc="85" dirty="0">
                <a:latin typeface="Trebuchet MS"/>
                <a:cs typeface="Trebuchet MS"/>
              </a:rPr>
              <a:t>ligne</a:t>
            </a:r>
            <a:r>
              <a:rPr sz="3650" b="1" spc="-10" dirty="0">
                <a:latin typeface="Trebuchet MS"/>
                <a:cs typeface="Trebuchet MS"/>
              </a:rPr>
              <a:t>  </a:t>
            </a:r>
            <a:r>
              <a:rPr sz="3650" b="1" spc="120" dirty="0">
                <a:latin typeface="Trebuchet MS"/>
                <a:cs typeface="Trebuchet MS"/>
              </a:rPr>
              <a:t>est</a:t>
            </a:r>
            <a:r>
              <a:rPr sz="3650" b="1" spc="5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devenu</a:t>
            </a:r>
            <a:r>
              <a:rPr sz="3650" b="1" spc="5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un  </a:t>
            </a:r>
            <a:r>
              <a:rPr sz="3650" b="1" spc="90" dirty="0">
                <a:latin typeface="Trebuchet MS"/>
                <a:cs typeface="Trebuchet MS"/>
              </a:rPr>
              <a:t>canal</a:t>
            </a:r>
            <a:r>
              <a:rPr sz="3650" b="1" spc="5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majeur</a:t>
            </a:r>
            <a:r>
              <a:rPr sz="3650" b="1" spc="5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pour  </a:t>
            </a:r>
            <a:r>
              <a:rPr sz="3650" b="1" spc="114" dirty="0">
                <a:latin typeface="Trebuchet MS"/>
                <a:cs typeface="Trebuchet MS"/>
              </a:rPr>
              <a:t>la</a:t>
            </a:r>
            <a:r>
              <a:rPr sz="3650" b="1" spc="5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distribution</a:t>
            </a:r>
            <a:r>
              <a:rPr sz="3650" b="1" spc="5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5" dirty="0">
                <a:latin typeface="Trebuchet MS"/>
                <a:cs typeface="Trebuchet MS"/>
              </a:rPr>
              <a:t>  </a:t>
            </a:r>
            <a:r>
              <a:rPr sz="3650" b="1" spc="-10" dirty="0">
                <a:latin typeface="Trebuchet MS"/>
                <a:cs typeface="Trebuchet MS"/>
              </a:rPr>
              <a:t>produits </a:t>
            </a:r>
            <a:r>
              <a:rPr sz="3650" b="1" dirty="0">
                <a:latin typeface="Trebuchet MS"/>
                <a:cs typeface="Trebuchet MS"/>
              </a:rPr>
              <a:t>électroniques,</a:t>
            </a:r>
            <a:r>
              <a:rPr sz="3650" b="1" spc="370" dirty="0">
                <a:latin typeface="Trebuchet MS"/>
                <a:cs typeface="Trebuchet MS"/>
              </a:rPr>
              <a:t>  </a:t>
            </a:r>
            <a:r>
              <a:rPr sz="3650" b="1" spc="45" dirty="0">
                <a:latin typeface="Trebuchet MS"/>
                <a:cs typeface="Trebuchet MS"/>
              </a:rPr>
              <a:t>offrant</a:t>
            </a:r>
            <a:r>
              <a:rPr sz="3650" b="1" spc="370" dirty="0">
                <a:latin typeface="Trebuchet MS"/>
                <a:cs typeface="Trebuchet MS"/>
              </a:rPr>
              <a:t>  </a:t>
            </a:r>
            <a:r>
              <a:rPr sz="3650" b="1" spc="75" dirty="0">
                <a:latin typeface="Trebuchet MS"/>
                <a:cs typeface="Trebuchet MS"/>
              </a:rPr>
              <a:t>aux</a:t>
            </a:r>
            <a:r>
              <a:rPr sz="3650" b="1" spc="365" dirty="0">
                <a:latin typeface="Trebuchet MS"/>
                <a:cs typeface="Trebuchet MS"/>
              </a:rPr>
              <a:t>  </a:t>
            </a:r>
            <a:r>
              <a:rPr sz="3650" b="1" spc="65" dirty="0">
                <a:latin typeface="Trebuchet MS"/>
                <a:cs typeface="Trebuchet MS"/>
              </a:rPr>
              <a:t>clients</a:t>
            </a:r>
            <a:r>
              <a:rPr sz="3650" b="1" spc="370" dirty="0">
                <a:latin typeface="Trebuchet MS"/>
                <a:cs typeface="Trebuchet MS"/>
              </a:rPr>
              <a:t>  </a:t>
            </a:r>
            <a:r>
              <a:rPr sz="3650" b="1" spc="114" dirty="0">
                <a:latin typeface="Trebuchet MS"/>
                <a:cs typeface="Trebuchet MS"/>
              </a:rPr>
              <a:t>la</a:t>
            </a:r>
            <a:r>
              <a:rPr sz="3650" b="1" spc="370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commodité</a:t>
            </a:r>
            <a:r>
              <a:rPr sz="3650" b="1" spc="370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365" dirty="0">
                <a:latin typeface="Trebuchet MS"/>
                <a:cs typeface="Trebuchet MS"/>
              </a:rPr>
              <a:t>  </a:t>
            </a:r>
            <a:r>
              <a:rPr sz="3650" b="1" dirty="0">
                <a:latin typeface="Trebuchet MS"/>
                <a:cs typeface="Trebuchet MS"/>
              </a:rPr>
              <a:t>parcourir</a:t>
            </a:r>
            <a:r>
              <a:rPr sz="3650" b="1" spc="370" dirty="0">
                <a:latin typeface="Trebuchet MS"/>
                <a:cs typeface="Trebuchet MS"/>
              </a:rPr>
              <a:t>  </a:t>
            </a:r>
            <a:r>
              <a:rPr sz="3650" b="1" spc="-25" dirty="0">
                <a:latin typeface="Trebuchet MS"/>
                <a:cs typeface="Trebuchet MS"/>
              </a:rPr>
              <a:t>et </a:t>
            </a:r>
            <a:r>
              <a:rPr sz="3650" b="1" dirty="0">
                <a:latin typeface="Trebuchet MS"/>
                <a:cs typeface="Trebuchet MS"/>
              </a:rPr>
              <a:t>d'acheter</a:t>
            </a:r>
            <a:r>
              <a:rPr sz="3650" b="1" spc="-190" dirty="0">
                <a:latin typeface="Trebuchet MS"/>
                <a:cs typeface="Trebuchet MS"/>
              </a:rPr>
              <a:t> </a:t>
            </a:r>
            <a:r>
              <a:rPr sz="3650" b="1" spc="95" dirty="0">
                <a:latin typeface="Trebuchet MS"/>
                <a:cs typeface="Trebuchet MS"/>
              </a:rPr>
              <a:t>des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produits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spc="40" dirty="0">
                <a:latin typeface="Trebuchet MS"/>
                <a:cs typeface="Trebuchet MS"/>
              </a:rPr>
              <a:t>depuis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le</a:t>
            </a:r>
            <a:r>
              <a:rPr sz="3650" b="1" spc="-19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confort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spc="-20" dirty="0">
                <a:latin typeface="Trebuchet MS"/>
                <a:cs typeface="Trebuchet MS"/>
              </a:rPr>
              <a:t>de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spc="-35" dirty="0">
                <a:latin typeface="Trebuchet MS"/>
                <a:cs typeface="Trebuchet MS"/>
              </a:rPr>
              <a:t>leur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spc="-35" dirty="0">
                <a:latin typeface="Trebuchet MS"/>
                <a:cs typeface="Trebuchet MS"/>
              </a:rPr>
              <a:t>domicile.</a:t>
            </a:r>
            <a:r>
              <a:rPr sz="3650" b="1" spc="-190" dirty="0">
                <a:latin typeface="Trebuchet MS"/>
                <a:cs typeface="Trebuchet MS"/>
              </a:rPr>
              <a:t> </a:t>
            </a:r>
            <a:r>
              <a:rPr sz="3650" b="1" spc="130" dirty="0">
                <a:latin typeface="Trebuchet MS"/>
                <a:cs typeface="Trebuchet MS"/>
              </a:rPr>
              <a:t>Ce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spc="-75" dirty="0">
                <a:latin typeface="Trebuchet MS"/>
                <a:cs typeface="Trebuchet MS"/>
              </a:rPr>
              <a:t>projet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vise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spc="85" dirty="0">
                <a:latin typeface="Trebuchet MS"/>
                <a:cs typeface="Trebuchet MS"/>
              </a:rPr>
              <a:t>à </a:t>
            </a:r>
            <a:r>
              <a:rPr sz="3650" b="1" dirty="0">
                <a:latin typeface="Trebuchet MS"/>
                <a:cs typeface="Trebuchet MS"/>
              </a:rPr>
              <a:t>créer</a:t>
            </a:r>
            <a:r>
              <a:rPr sz="3650" b="1" spc="7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une</a:t>
            </a:r>
            <a:r>
              <a:rPr sz="3650" b="1" spc="78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plateforme</a:t>
            </a:r>
            <a:r>
              <a:rPr sz="3650" b="1" spc="7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en</a:t>
            </a:r>
            <a:r>
              <a:rPr sz="3650" b="1" spc="785" dirty="0">
                <a:latin typeface="Trebuchet MS"/>
                <a:cs typeface="Trebuchet MS"/>
              </a:rPr>
              <a:t> </a:t>
            </a:r>
            <a:r>
              <a:rPr sz="3650" b="1" spc="85" dirty="0">
                <a:latin typeface="Trebuchet MS"/>
                <a:cs typeface="Trebuchet MS"/>
              </a:rPr>
              <a:t>ligne</a:t>
            </a:r>
            <a:r>
              <a:rPr sz="3650" b="1" spc="78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intuitive</a:t>
            </a:r>
            <a:r>
              <a:rPr sz="3650" b="1" spc="7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et</a:t>
            </a:r>
            <a:r>
              <a:rPr sz="3650" b="1" spc="78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efficace</a:t>
            </a:r>
            <a:r>
              <a:rPr sz="3650" b="1" spc="7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qui</a:t>
            </a:r>
            <a:r>
              <a:rPr sz="3650" b="1" spc="7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facilite</a:t>
            </a:r>
            <a:r>
              <a:rPr sz="3650" b="1" spc="780" dirty="0">
                <a:latin typeface="Trebuchet MS"/>
                <a:cs typeface="Trebuchet MS"/>
              </a:rPr>
              <a:t> </a:t>
            </a:r>
            <a:r>
              <a:rPr sz="3650" b="1" spc="-20" dirty="0">
                <a:latin typeface="Trebuchet MS"/>
                <a:cs typeface="Trebuchet MS"/>
              </a:rPr>
              <a:t>cette</a:t>
            </a:r>
            <a:endParaRPr sz="36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5493" y="6568978"/>
            <a:ext cx="460438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  <a:tabLst>
                <a:tab pos="2938145" algn="l"/>
                <a:tab pos="3923665" algn="l"/>
              </a:tabLst>
            </a:pPr>
            <a:r>
              <a:rPr sz="3650" b="1" spc="-10" dirty="0">
                <a:latin typeface="Trebuchet MS"/>
                <a:cs typeface="Trebuchet MS"/>
              </a:rPr>
              <a:t>expérience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70" dirty="0">
                <a:latin typeface="Trebuchet MS"/>
                <a:cs typeface="Trebuchet MS"/>
              </a:rPr>
              <a:t>d'achat </a:t>
            </a:r>
            <a:r>
              <a:rPr sz="3650" b="1" spc="45" dirty="0">
                <a:latin typeface="Trebuchet MS"/>
                <a:cs typeface="Trebuchet MS"/>
              </a:rPr>
              <a:t>administrateurs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100" dirty="0">
                <a:latin typeface="Trebuchet MS"/>
                <a:cs typeface="Trebuchet MS"/>
              </a:rPr>
              <a:t>les</a:t>
            </a:r>
            <a:endParaRPr sz="365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606135" y="6568978"/>
            <a:ext cx="4276725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6364">
              <a:lnSpc>
                <a:spcPct val="116399"/>
              </a:lnSpc>
              <a:spcBef>
                <a:spcPts val="100"/>
              </a:spcBef>
              <a:tabLst>
                <a:tab pos="1621790" algn="l"/>
                <a:tab pos="2756535" algn="l"/>
              </a:tabLst>
            </a:pPr>
            <a:r>
              <a:rPr sz="3650" b="1" spc="-20" dirty="0">
                <a:latin typeface="Trebuchet MS"/>
                <a:cs typeface="Trebuchet MS"/>
              </a:rPr>
              <a:t>pour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100" dirty="0">
                <a:latin typeface="Trebuchet MS"/>
                <a:cs typeface="Trebuchet MS"/>
              </a:rPr>
              <a:t>les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55" dirty="0">
                <a:latin typeface="Trebuchet MS"/>
                <a:cs typeface="Trebuchet MS"/>
              </a:rPr>
              <a:t>clients outils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1045" dirty="0">
                <a:latin typeface="Trebuchet MS"/>
                <a:cs typeface="Trebuchet MS"/>
              </a:rPr>
              <a:t> </a:t>
            </a:r>
            <a:r>
              <a:rPr sz="3650" b="1" spc="80" dirty="0">
                <a:latin typeface="Trebuchet MS"/>
                <a:cs typeface="Trebuchet MS"/>
              </a:rPr>
              <a:t>nécessaires</a:t>
            </a:r>
            <a:endParaRPr sz="365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211876" y="6568978"/>
            <a:ext cx="6396990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3825">
              <a:lnSpc>
                <a:spcPct val="116399"/>
              </a:lnSpc>
              <a:spcBef>
                <a:spcPts val="100"/>
              </a:spcBef>
              <a:tabLst>
                <a:tab pos="1378585" algn="l"/>
                <a:tab pos="1542415" algn="l"/>
                <a:tab pos="2559050" algn="l"/>
                <a:tab pos="2935605" algn="l"/>
                <a:tab pos="3711575" algn="l"/>
                <a:tab pos="4905375" algn="l"/>
                <a:tab pos="5573395" algn="l"/>
                <a:tab pos="5727065" algn="l"/>
              </a:tabLst>
            </a:pPr>
            <a:r>
              <a:rPr sz="3650" b="1" spc="-20" dirty="0">
                <a:latin typeface="Trebuchet MS"/>
                <a:cs typeface="Trebuchet MS"/>
              </a:rPr>
              <a:t>tout</a:t>
            </a:r>
            <a:r>
              <a:rPr sz="3650" b="1" dirty="0">
                <a:latin typeface="Trebuchet MS"/>
                <a:cs typeface="Trebuchet MS"/>
              </a:rPr>
              <a:t>		</a:t>
            </a:r>
            <a:r>
              <a:rPr sz="3650" b="1" spc="-25" dirty="0">
                <a:latin typeface="Trebuchet MS"/>
                <a:cs typeface="Trebuchet MS"/>
              </a:rPr>
              <a:t>en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55" dirty="0">
                <a:latin typeface="Trebuchet MS"/>
                <a:cs typeface="Trebuchet MS"/>
              </a:rPr>
              <a:t>fournissant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50" dirty="0">
                <a:latin typeface="Trebuchet MS"/>
                <a:cs typeface="Trebuchet MS"/>
              </a:rPr>
              <a:t>aux </a:t>
            </a:r>
            <a:r>
              <a:rPr sz="3650" b="1" spc="-20" dirty="0">
                <a:latin typeface="Trebuchet MS"/>
                <a:cs typeface="Trebuchet MS"/>
              </a:rPr>
              <a:t>pour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10" dirty="0">
                <a:latin typeface="Trebuchet MS"/>
                <a:cs typeface="Trebuchet MS"/>
              </a:rPr>
              <a:t>gérer</a:t>
            </a:r>
            <a:r>
              <a:rPr sz="3650" b="1" dirty="0">
                <a:latin typeface="Trebuchet MS"/>
                <a:cs typeface="Trebuchet MS"/>
              </a:rPr>
              <a:t>		</a:t>
            </a:r>
            <a:r>
              <a:rPr sz="3650" b="1" spc="-25" dirty="0">
                <a:latin typeface="Trebuchet MS"/>
                <a:cs typeface="Trebuchet MS"/>
              </a:rPr>
              <a:t>le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50" dirty="0">
                <a:latin typeface="Trebuchet MS"/>
                <a:cs typeface="Trebuchet MS"/>
              </a:rPr>
              <a:t>site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25" dirty="0">
                <a:latin typeface="Trebuchet MS"/>
                <a:cs typeface="Trebuchet MS"/>
              </a:rPr>
              <a:t>et</a:t>
            </a:r>
            <a:r>
              <a:rPr sz="3650" b="1" dirty="0">
                <a:latin typeface="Trebuchet MS"/>
                <a:cs typeface="Trebuchet MS"/>
              </a:rPr>
              <a:t>		</a:t>
            </a:r>
            <a:r>
              <a:rPr sz="3650" b="1" spc="100" dirty="0">
                <a:latin typeface="Trebuchet MS"/>
                <a:cs typeface="Trebuchet MS"/>
              </a:rPr>
              <a:t>les</a:t>
            </a:r>
            <a:endParaRPr sz="365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675493" y="7956236"/>
            <a:ext cx="571119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650" b="1" dirty="0">
                <a:latin typeface="Trebuchet MS"/>
                <a:cs typeface="Trebuchet MS"/>
              </a:rPr>
              <a:t>opérations</a:t>
            </a:r>
            <a:r>
              <a:rPr sz="3650" b="1" spc="45" dirty="0">
                <a:latin typeface="Trebuchet MS"/>
                <a:cs typeface="Trebuchet MS"/>
              </a:rPr>
              <a:t> </a:t>
            </a:r>
            <a:r>
              <a:rPr sz="3650" b="1" spc="-10" dirty="0">
                <a:latin typeface="Trebuchet MS"/>
                <a:cs typeface="Trebuchet MS"/>
              </a:rPr>
              <a:t>commerciales.</a:t>
            </a:r>
            <a:endParaRPr sz="3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89921" y="1779551"/>
            <a:ext cx="3061335" cy="0"/>
          </a:xfrm>
          <a:custGeom>
            <a:avLst/>
            <a:gdLst/>
            <a:ahLst/>
            <a:cxnLst/>
            <a:rect l="l" t="t" r="r" b="b"/>
            <a:pathLst>
              <a:path w="3061335">
                <a:moveTo>
                  <a:pt x="0" y="0"/>
                </a:moveTo>
                <a:lnTo>
                  <a:pt x="3060803" y="0"/>
                </a:lnTo>
              </a:path>
            </a:pathLst>
          </a:custGeom>
          <a:ln w="76199">
            <a:solidFill>
              <a:srgbClr val="FF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0020">
              <a:lnSpc>
                <a:spcPct val="100000"/>
              </a:lnSpc>
              <a:spcBef>
                <a:spcPts val="114"/>
              </a:spcBef>
            </a:pPr>
            <a:r>
              <a:rPr spc="85" dirty="0"/>
              <a:t>OBJECTIF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745900" y="3118812"/>
            <a:ext cx="15729585" cy="3911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6399"/>
              </a:lnSpc>
              <a:spcBef>
                <a:spcPts val="100"/>
              </a:spcBef>
            </a:pPr>
            <a:r>
              <a:rPr sz="3650" b="1" dirty="0">
                <a:latin typeface="Trebuchet MS"/>
                <a:cs typeface="Trebuchet MS"/>
              </a:rPr>
              <a:t>Permettre</a:t>
            </a:r>
            <a:r>
              <a:rPr sz="3650" b="1" spc="885" dirty="0">
                <a:latin typeface="Trebuchet MS"/>
                <a:cs typeface="Trebuchet MS"/>
              </a:rPr>
              <a:t> </a:t>
            </a:r>
            <a:r>
              <a:rPr sz="3650" b="1" spc="75" dirty="0">
                <a:latin typeface="Trebuchet MS"/>
                <a:cs typeface="Trebuchet MS"/>
              </a:rPr>
              <a:t>aux</a:t>
            </a:r>
            <a:r>
              <a:rPr sz="3650" b="1" spc="900" dirty="0">
                <a:latin typeface="Trebuchet MS"/>
                <a:cs typeface="Trebuchet MS"/>
              </a:rPr>
              <a:t> </a:t>
            </a:r>
            <a:r>
              <a:rPr sz="3650" b="1" spc="65" dirty="0">
                <a:latin typeface="Trebuchet MS"/>
                <a:cs typeface="Trebuchet MS"/>
              </a:rPr>
              <a:t>clients</a:t>
            </a:r>
            <a:r>
              <a:rPr sz="3650" b="1" spc="89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90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naviguer</a:t>
            </a:r>
            <a:r>
              <a:rPr sz="3650" b="1" spc="894" dirty="0">
                <a:latin typeface="Trebuchet MS"/>
                <a:cs typeface="Trebuchet MS"/>
              </a:rPr>
              <a:t> </a:t>
            </a:r>
            <a:r>
              <a:rPr sz="3650" b="1" spc="45" dirty="0">
                <a:latin typeface="Trebuchet MS"/>
                <a:cs typeface="Trebuchet MS"/>
              </a:rPr>
              <a:t>facilement</a:t>
            </a:r>
            <a:r>
              <a:rPr sz="3650" b="1" spc="900" dirty="0">
                <a:latin typeface="Trebuchet MS"/>
                <a:cs typeface="Trebuchet MS"/>
              </a:rPr>
              <a:t> </a:t>
            </a:r>
            <a:r>
              <a:rPr sz="3650" b="1" spc="135" dirty="0">
                <a:latin typeface="Trebuchet MS"/>
                <a:cs typeface="Trebuchet MS"/>
              </a:rPr>
              <a:t>à</a:t>
            </a:r>
            <a:r>
              <a:rPr sz="3650" b="1" spc="89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travers</a:t>
            </a:r>
            <a:r>
              <a:rPr sz="3650" b="1" spc="900" dirty="0">
                <a:latin typeface="Trebuchet MS"/>
                <a:cs typeface="Trebuchet MS"/>
              </a:rPr>
              <a:t> </a:t>
            </a:r>
            <a:r>
              <a:rPr sz="3650" b="1" spc="-10" dirty="0">
                <a:latin typeface="Trebuchet MS"/>
                <a:cs typeface="Trebuchet MS"/>
              </a:rPr>
              <a:t>différentes </a:t>
            </a:r>
            <a:r>
              <a:rPr sz="3650" b="1" spc="80" dirty="0">
                <a:latin typeface="Trebuchet MS"/>
                <a:cs typeface="Trebuchet MS"/>
              </a:rPr>
              <a:t>catégories</a:t>
            </a:r>
            <a:r>
              <a:rPr sz="3650" b="1" spc="52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52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produits,</a:t>
            </a:r>
            <a:r>
              <a:rPr sz="3650" b="1" spc="52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520" dirty="0">
                <a:latin typeface="Trebuchet MS"/>
                <a:cs typeface="Trebuchet MS"/>
              </a:rPr>
              <a:t> </a:t>
            </a:r>
            <a:r>
              <a:rPr sz="3650" b="1" spc="45" dirty="0">
                <a:latin typeface="Trebuchet MS"/>
                <a:cs typeface="Trebuchet MS"/>
              </a:rPr>
              <a:t>consulter</a:t>
            </a:r>
            <a:r>
              <a:rPr sz="3650" b="1" spc="520" dirty="0">
                <a:latin typeface="Trebuchet MS"/>
                <a:cs typeface="Trebuchet MS"/>
              </a:rPr>
              <a:t> </a:t>
            </a:r>
            <a:r>
              <a:rPr sz="3650" b="1" spc="125" dirty="0">
                <a:latin typeface="Trebuchet MS"/>
                <a:cs typeface="Trebuchet MS"/>
              </a:rPr>
              <a:t>les</a:t>
            </a:r>
            <a:r>
              <a:rPr sz="3650" b="1" spc="520" dirty="0">
                <a:latin typeface="Trebuchet MS"/>
                <a:cs typeface="Trebuchet MS"/>
              </a:rPr>
              <a:t> </a:t>
            </a:r>
            <a:r>
              <a:rPr sz="3650" b="1" spc="85" dirty="0">
                <a:latin typeface="Trebuchet MS"/>
                <a:cs typeface="Trebuchet MS"/>
              </a:rPr>
              <a:t>détails</a:t>
            </a:r>
            <a:r>
              <a:rPr sz="3650" b="1" spc="525" dirty="0">
                <a:latin typeface="Trebuchet MS"/>
                <a:cs typeface="Trebuchet MS"/>
              </a:rPr>
              <a:t> </a:t>
            </a:r>
            <a:r>
              <a:rPr sz="3650" b="1" spc="120" dirty="0">
                <a:latin typeface="Trebuchet MS"/>
                <a:cs typeface="Trebuchet MS"/>
              </a:rPr>
              <a:t>des</a:t>
            </a:r>
            <a:r>
              <a:rPr sz="3650" b="1" spc="52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produits,</a:t>
            </a:r>
            <a:r>
              <a:rPr sz="3650" b="1" spc="52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520" dirty="0">
                <a:latin typeface="Trebuchet MS"/>
                <a:cs typeface="Trebuchet MS"/>
              </a:rPr>
              <a:t> </a:t>
            </a:r>
            <a:r>
              <a:rPr sz="3650" b="1" spc="100" dirty="0">
                <a:latin typeface="Trebuchet MS"/>
                <a:cs typeface="Trebuchet MS"/>
              </a:rPr>
              <a:t>les </a:t>
            </a:r>
            <a:r>
              <a:rPr sz="3650" b="1" spc="-40" dirty="0">
                <a:latin typeface="Trebuchet MS"/>
                <a:cs typeface="Trebuchet MS"/>
              </a:rPr>
              <a:t>ajouter</a:t>
            </a:r>
            <a:r>
              <a:rPr sz="3650" b="1" spc="-305" dirty="0">
                <a:latin typeface="Trebuchet MS"/>
                <a:cs typeface="Trebuchet MS"/>
              </a:rPr>
              <a:t> </a:t>
            </a:r>
            <a:r>
              <a:rPr sz="3650" b="1" spc="135" dirty="0">
                <a:latin typeface="Trebuchet MS"/>
                <a:cs typeface="Trebuchet MS"/>
              </a:rPr>
              <a:t>à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spc="-20" dirty="0">
                <a:latin typeface="Trebuchet MS"/>
                <a:cs typeface="Trebuchet MS"/>
              </a:rPr>
              <a:t>leur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spc="-10" dirty="0">
                <a:latin typeface="Trebuchet MS"/>
                <a:cs typeface="Trebuchet MS"/>
              </a:rPr>
              <a:t>panier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et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-305" dirty="0">
                <a:latin typeface="Trebuchet MS"/>
                <a:cs typeface="Trebuchet MS"/>
              </a:rPr>
              <a:t> </a:t>
            </a:r>
            <a:r>
              <a:rPr sz="3650" b="1" spc="114" dirty="0">
                <a:latin typeface="Trebuchet MS"/>
                <a:cs typeface="Trebuchet MS"/>
              </a:rPr>
              <a:t>passer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spc="120" dirty="0">
                <a:latin typeface="Trebuchet MS"/>
                <a:cs typeface="Trebuchet MS"/>
              </a:rPr>
              <a:t>des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spc="90" dirty="0">
                <a:latin typeface="Trebuchet MS"/>
                <a:cs typeface="Trebuchet MS"/>
              </a:rPr>
              <a:t>commandes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spc="-30" dirty="0">
                <a:latin typeface="Trebuchet MS"/>
                <a:cs typeface="Trebuchet MS"/>
              </a:rPr>
              <a:t>en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toute</a:t>
            </a:r>
            <a:r>
              <a:rPr sz="3650" b="1" spc="-300" dirty="0">
                <a:latin typeface="Trebuchet MS"/>
                <a:cs typeface="Trebuchet MS"/>
              </a:rPr>
              <a:t> </a:t>
            </a:r>
            <a:r>
              <a:rPr sz="3650" b="1" spc="-10" dirty="0">
                <a:latin typeface="Trebuchet MS"/>
                <a:cs typeface="Trebuchet MS"/>
              </a:rPr>
              <a:t>simplicité.</a:t>
            </a:r>
            <a:endParaRPr sz="3650">
              <a:latin typeface="Trebuchet MS"/>
              <a:cs typeface="Trebuchet MS"/>
            </a:endParaRPr>
          </a:p>
          <a:p>
            <a:pPr marL="12700" marR="5080" algn="just">
              <a:lnSpc>
                <a:spcPct val="116399"/>
              </a:lnSpc>
            </a:pPr>
            <a:r>
              <a:rPr sz="3650" b="1" dirty="0">
                <a:latin typeface="Trebuchet MS"/>
                <a:cs typeface="Trebuchet MS"/>
              </a:rPr>
              <a:t>Offrir</a:t>
            </a:r>
            <a:r>
              <a:rPr sz="3650" b="1" spc="-210" dirty="0">
                <a:latin typeface="Trebuchet MS"/>
                <a:cs typeface="Trebuchet MS"/>
              </a:rPr>
              <a:t> </a:t>
            </a:r>
            <a:r>
              <a:rPr sz="3650" b="1" spc="75" dirty="0">
                <a:latin typeface="Trebuchet MS"/>
                <a:cs typeface="Trebuchet MS"/>
              </a:rPr>
              <a:t>aux</a:t>
            </a:r>
            <a:r>
              <a:rPr sz="3650" b="1" spc="-195" dirty="0">
                <a:latin typeface="Trebuchet MS"/>
                <a:cs typeface="Trebuchet MS"/>
              </a:rPr>
              <a:t> </a:t>
            </a:r>
            <a:r>
              <a:rPr sz="3650" b="1" spc="55" dirty="0">
                <a:latin typeface="Trebuchet MS"/>
                <a:cs typeface="Trebuchet MS"/>
              </a:rPr>
              <a:t>administrateurs</a:t>
            </a:r>
            <a:r>
              <a:rPr sz="3650" b="1" spc="-195" dirty="0">
                <a:latin typeface="Trebuchet MS"/>
                <a:cs typeface="Trebuchet MS"/>
              </a:rPr>
              <a:t> </a:t>
            </a:r>
            <a:r>
              <a:rPr sz="3650" b="1" spc="-40" dirty="0">
                <a:latin typeface="Trebuchet MS"/>
                <a:cs typeface="Trebuchet MS"/>
              </a:rPr>
              <a:t>une</a:t>
            </a:r>
            <a:r>
              <a:rPr sz="3650" b="1" spc="-19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interface</a:t>
            </a:r>
            <a:r>
              <a:rPr sz="3650" b="1" spc="-19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conviviale</a:t>
            </a:r>
            <a:r>
              <a:rPr sz="3650" b="1" spc="-200" dirty="0">
                <a:latin typeface="Trebuchet MS"/>
                <a:cs typeface="Trebuchet MS"/>
              </a:rPr>
              <a:t> </a:t>
            </a:r>
            <a:r>
              <a:rPr sz="3650" b="1" spc="-20" dirty="0">
                <a:latin typeface="Trebuchet MS"/>
                <a:cs typeface="Trebuchet MS"/>
              </a:rPr>
              <a:t>pour</a:t>
            </a:r>
            <a:r>
              <a:rPr sz="3650" b="1" spc="-195" dirty="0">
                <a:latin typeface="Trebuchet MS"/>
                <a:cs typeface="Trebuchet MS"/>
              </a:rPr>
              <a:t> </a:t>
            </a:r>
            <a:r>
              <a:rPr sz="3650" b="1" spc="-90" dirty="0">
                <a:latin typeface="Trebuchet MS"/>
                <a:cs typeface="Trebuchet MS"/>
              </a:rPr>
              <a:t>ajouter,</a:t>
            </a:r>
            <a:r>
              <a:rPr sz="3650" b="1" spc="-185" dirty="0">
                <a:latin typeface="Trebuchet MS"/>
                <a:cs typeface="Trebuchet MS"/>
              </a:rPr>
              <a:t> </a:t>
            </a:r>
            <a:r>
              <a:rPr sz="3650" b="1" spc="-10" dirty="0">
                <a:latin typeface="Trebuchet MS"/>
                <a:cs typeface="Trebuchet MS"/>
              </a:rPr>
              <a:t>mettre </a:t>
            </a:r>
            <a:r>
              <a:rPr sz="3650" b="1" spc="135" dirty="0">
                <a:latin typeface="Trebuchet MS"/>
                <a:cs typeface="Trebuchet MS"/>
              </a:rPr>
              <a:t>à</a:t>
            </a:r>
            <a:r>
              <a:rPr sz="3650" b="1" spc="-90" dirty="0">
                <a:latin typeface="Trebuchet MS"/>
                <a:cs typeface="Trebuchet MS"/>
              </a:rPr>
              <a:t> </a:t>
            </a:r>
            <a:r>
              <a:rPr sz="3650" b="1" spc="-95" dirty="0">
                <a:latin typeface="Trebuchet MS"/>
                <a:cs typeface="Trebuchet MS"/>
              </a:rPr>
              <a:t>jour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et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supprimer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spc="120" dirty="0">
                <a:latin typeface="Trebuchet MS"/>
                <a:cs typeface="Trebuchet MS"/>
              </a:rPr>
              <a:t>des</a:t>
            </a:r>
            <a:r>
              <a:rPr sz="3650" b="1" spc="-9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produits,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spc="55" dirty="0">
                <a:latin typeface="Trebuchet MS"/>
                <a:cs typeface="Trebuchet MS"/>
              </a:rPr>
              <a:t>ainsi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que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pour</a:t>
            </a:r>
            <a:r>
              <a:rPr sz="3650" b="1" spc="-9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gérer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spc="125" dirty="0">
                <a:latin typeface="Trebuchet MS"/>
                <a:cs typeface="Trebuchet MS"/>
              </a:rPr>
              <a:t>les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spc="80" dirty="0">
                <a:latin typeface="Trebuchet MS"/>
                <a:cs typeface="Trebuchet MS"/>
              </a:rPr>
              <a:t>catégories</a:t>
            </a:r>
            <a:r>
              <a:rPr sz="3650" b="1" spc="-85" dirty="0">
                <a:latin typeface="Trebuchet MS"/>
                <a:cs typeface="Trebuchet MS"/>
              </a:rPr>
              <a:t> </a:t>
            </a:r>
            <a:r>
              <a:rPr sz="3650" b="1" spc="-25" dirty="0">
                <a:latin typeface="Trebuchet MS"/>
                <a:cs typeface="Trebuchet MS"/>
              </a:rPr>
              <a:t>de </a:t>
            </a:r>
            <a:r>
              <a:rPr sz="3650" b="1" spc="-10" dirty="0">
                <a:latin typeface="Trebuchet MS"/>
                <a:cs typeface="Trebuchet MS"/>
              </a:rPr>
              <a:t>produits.</a:t>
            </a:r>
            <a:endParaRPr sz="3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344239" y="4127595"/>
            <a:ext cx="877951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b="1" spc="835" dirty="0">
                <a:solidFill>
                  <a:srgbClr val="FF3131"/>
                </a:solidFill>
                <a:latin typeface="Trebuchet MS"/>
                <a:cs typeface="Trebuchet MS"/>
              </a:rPr>
              <a:t>CONCEPTION</a:t>
            </a:r>
            <a:endParaRPr sz="100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9078" y="689144"/>
            <a:ext cx="1204595" cy="1071880"/>
            <a:chOff x="749078" y="689144"/>
            <a:chExt cx="1204595" cy="1071880"/>
          </a:xfrm>
        </p:grpSpPr>
        <p:sp>
          <p:nvSpPr>
            <p:cNvPr id="3" name="object 3"/>
            <p:cNvSpPr/>
            <p:nvPr/>
          </p:nvSpPr>
          <p:spPr>
            <a:xfrm>
              <a:off x="749071" y="689152"/>
              <a:ext cx="1204595" cy="1071880"/>
            </a:xfrm>
            <a:custGeom>
              <a:avLst/>
              <a:gdLst/>
              <a:ahLst/>
              <a:cxnLst/>
              <a:rect l="l" t="t" r="r" b="b"/>
              <a:pathLst>
                <a:path w="1204595" h="1071880">
                  <a:moveTo>
                    <a:pt x="1204188" y="537654"/>
                  </a:moveTo>
                  <a:lnTo>
                    <a:pt x="1004633" y="277444"/>
                  </a:lnTo>
                  <a:lnTo>
                    <a:pt x="998220" y="265303"/>
                  </a:lnTo>
                  <a:lnTo>
                    <a:pt x="973353" y="226745"/>
                  </a:lnTo>
                  <a:lnTo>
                    <a:pt x="945375" y="190550"/>
                  </a:lnTo>
                  <a:lnTo>
                    <a:pt x="914463" y="156895"/>
                  </a:lnTo>
                  <a:lnTo>
                    <a:pt x="880808" y="125984"/>
                  </a:lnTo>
                  <a:lnTo>
                    <a:pt x="844613" y="97993"/>
                  </a:lnTo>
                  <a:lnTo>
                    <a:pt x="806043" y="73139"/>
                  </a:lnTo>
                  <a:lnTo>
                    <a:pt x="765314" y="51574"/>
                  </a:lnTo>
                  <a:lnTo>
                    <a:pt x="722591" y="33515"/>
                  </a:lnTo>
                  <a:lnTo>
                    <a:pt x="678078" y="19138"/>
                  </a:lnTo>
                  <a:lnTo>
                    <a:pt x="631964" y="8623"/>
                  </a:lnTo>
                  <a:lnTo>
                    <a:pt x="584441" y="2184"/>
                  </a:lnTo>
                  <a:lnTo>
                    <a:pt x="535686" y="0"/>
                  </a:lnTo>
                  <a:lnTo>
                    <a:pt x="486918" y="2184"/>
                  </a:lnTo>
                  <a:lnTo>
                    <a:pt x="439394" y="8623"/>
                  </a:lnTo>
                  <a:lnTo>
                    <a:pt x="393280" y="19138"/>
                  </a:lnTo>
                  <a:lnTo>
                    <a:pt x="348767" y="33515"/>
                  </a:lnTo>
                  <a:lnTo>
                    <a:pt x="306044" y="51574"/>
                  </a:lnTo>
                  <a:lnTo>
                    <a:pt x="265315" y="73139"/>
                  </a:lnTo>
                  <a:lnTo>
                    <a:pt x="226745" y="97993"/>
                  </a:lnTo>
                  <a:lnTo>
                    <a:pt x="190550" y="125984"/>
                  </a:lnTo>
                  <a:lnTo>
                    <a:pt x="156895" y="156895"/>
                  </a:lnTo>
                  <a:lnTo>
                    <a:pt x="125984" y="190550"/>
                  </a:lnTo>
                  <a:lnTo>
                    <a:pt x="98005" y="226745"/>
                  </a:lnTo>
                  <a:lnTo>
                    <a:pt x="73139" y="265303"/>
                  </a:lnTo>
                  <a:lnTo>
                    <a:pt x="51574" y="306044"/>
                  </a:lnTo>
                  <a:lnTo>
                    <a:pt x="33515" y="348754"/>
                  </a:lnTo>
                  <a:lnTo>
                    <a:pt x="19138" y="393268"/>
                  </a:lnTo>
                  <a:lnTo>
                    <a:pt x="8636" y="439381"/>
                  </a:lnTo>
                  <a:lnTo>
                    <a:pt x="2184" y="486918"/>
                  </a:lnTo>
                  <a:lnTo>
                    <a:pt x="0" y="535673"/>
                  </a:lnTo>
                  <a:lnTo>
                    <a:pt x="2184" y="584428"/>
                  </a:lnTo>
                  <a:lnTo>
                    <a:pt x="8636" y="631964"/>
                  </a:lnTo>
                  <a:lnTo>
                    <a:pt x="19138" y="678078"/>
                  </a:lnTo>
                  <a:lnTo>
                    <a:pt x="33515" y="722591"/>
                  </a:lnTo>
                  <a:lnTo>
                    <a:pt x="51574" y="765314"/>
                  </a:lnTo>
                  <a:lnTo>
                    <a:pt x="73139" y="806043"/>
                  </a:lnTo>
                  <a:lnTo>
                    <a:pt x="98005" y="844600"/>
                  </a:lnTo>
                  <a:lnTo>
                    <a:pt x="125984" y="880808"/>
                  </a:lnTo>
                  <a:lnTo>
                    <a:pt x="156895" y="914463"/>
                  </a:lnTo>
                  <a:lnTo>
                    <a:pt x="190550" y="945375"/>
                  </a:lnTo>
                  <a:lnTo>
                    <a:pt x="226745" y="973353"/>
                  </a:lnTo>
                  <a:lnTo>
                    <a:pt x="265315" y="998220"/>
                  </a:lnTo>
                  <a:lnTo>
                    <a:pt x="306044" y="1019784"/>
                  </a:lnTo>
                  <a:lnTo>
                    <a:pt x="348767" y="1037844"/>
                  </a:lnTo>
                  <a:lnTo>
                    <a:pt x="393280" y="1052220"/>
                  </a:lnTo>
                  <a:lnTo>
                    <a:pt x="439394" y="1062723"/>
                  </a:lnTo>
                  <a:lnTo>
                    <a:pt x="486918" y="1069162"/>
                  </a:lnTo>
                  <a:lnTo>
                    <a:pt x="535686" y="1071359"/>
                  </a:lnTo>
                  <a:lnTo>
                    <a:pt x="584441" y="1069162"/>
                  </a:lnTo>
                  <a:lnTo>
                    <a:pt x="631964" y="1062723"/>
                  </a:lnTo>
                  <a:lnTo>
                    <a:pt x="678078" y="1052220"/>
                  </a:lnTo>
                  <a:lnTo>
                    <a:pt x="722591" y="1037844"/>
                  </a:lnTo>
                  <a:lnTo>
                    <a:pt x="765314" y="1019784"/>
                  </a:lnTo>
                  <a:lnTo>
                    <a:pt x="806043" y="998220"/>
                  </a:lnTo>
                  <a:lnTo>
                    <a:pt x="844613" y="973353"/>
                  </a:lnTo>
                  <a:lnTo>
                    <a:pt x="880808" y="945375"/>
                  </a:lnTo>
                  <a:lnTo>
                    <a:pt x="914463" y="914463"/>
                  </a:lnTo>
                  <a:lnTo>
                    <a:pt x="945375" y="880808"/>
                  </a:lnTo>
                  <a:lnTo>
                    <a:pt x="973353" y="844600"/>
                  </a:lnTo>
                  <a:lnTo>
                    <a:pt x="991311" y="816762"/>
                  </a:lnTo>
                  <a:lnTo>
                    <a:pt x="1204188" y="539153"/>
                  </a:lnTo>
                  <a:lnTo>
                    <a:pt x="1204188" y="537654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2690" y="782755"/>
              <a:ext cx="884555" cy="884555"/>
            </a:xfrm>
            <a:custGeom>
              <a:avLst/>
              <a:gdLst/>
              <a:ahLst/>
              <a:cxnLst/>
              <a:rect l="l" t="t" r="r" b="b"/>
              <a:pathLst>
                <a:path w="884555" h="884555">
                  <a:moveTo>
                    <a:pt x="442067" y="884133"/>
                  </a:moveTo>
                  <a:lnTo>
                    <a:pt x="393899" y="881539"/>
                  </a:lnTo>
                  <a:lnTo>
                    <a:pt x="347233" y="873937"/>
                  </a:lnTo>
                  <a:lnTo>
                    <a:pt x="302339" y="861596"/>
                  </a:lnTo>
                  <a:lnTo>
                    <a:pt x="259487" y="844787"/>
                  </a:lnTo>
                  <a:lnTo>
                    <a:pt x="218947" y="823778"/>
                  </a:lnTo>
                  <a:lnTo>
                    <a:pt x="180988" y="798840"/>
                  </a:lnTo>
                  <a:lnTo>
                    <a:pt x="145879" y="770242"/>
                  </a:lnTo>
                  <a:lnTo>
                    <a:pt x="113891" y="738254"/>
                  </a:lnTo>
                  <a:lnTo>
                    <a:pt x="85293" y="703145"/>
                  </a:lnTo>
                  <a:lnTo>
                    <a:pt x="60355" y="665186"/>
                  </a:lnTo>
                  <a:lnTo>
                    <a:pt x="39346" y="624645"/>
                  </a:lnTo>
                  <a:lnTo>
                    <a:pt x="22536" y="581794"/>
                  </a:lnTo>
                  <a:lnTo>
                    <a:pt x="10196" y="536900"/>
                  </a:lnTo>
                  <a:lnTo>
                    <a:pt x="2593" y="490234"/>
                  </a:lnTo>
                  <a:lnTo>
                    <a:pt x="0" y="442067"/>
                  </a:lnTo>
                  <a:lnTo>
                    <a:pt x="2593" y="393898"/>
                  </a:lnTo>
                  <a:lnTo>
                    <a:pt x="10196" y="347232"/>
                  </a:lnTo>
                  <a:lnTo>
                    <a:pt x="22536" y="302339"/>
                  </a:lnTo>
                  <a:lnTo>
                    <a:pt x="39346" y="259487"/>
                  </a:lnTo>
                  <a:lnTo>
                    <a:pt x="60355" y="218946"/>
                  </a:lnTo>
                  <a:lnTo>
                    <a:pt x="85293" y="180987"/>
                  </a:lnTo>
                  <a:lnTo>
                    <a:pt x="113891" y="145878"/>
                  </a:lnTo>
                  <a:lnTo>
                    <a:pt x="145879" y="113890"/>
                  </a:lnTo>
                  <a:lnTo>
                    <a:pt x="180988" y="85292"/>
                  </a:lnTo>
                  <a:lnTo>
                    <a:pt x="218947" y="60354"/>
                  </a:lnTo>
                  <a:lnTo>
                    <a:pt x="259487" y="39345"/>
                  </a:lnTo>
                  <a:lnTo>
                    <a:pt x="302339" y="22536"/>
                  </a:lnTo>
                  <a:lnTo>
                    <a:pt x="347233" y="10195"/>
                  </a:lnTo>
                  <a:lnTo>
                    <a:pt x="393899" y="2593"/>
                  </a:lnTo>
                  <a:lnTo>
                    <a:pt x="442054" y="0"/>
                  </a:lnTo>
                  <a:lnTo>
                    <a:pt x="490235" y="2593"/>
                  </a:lnTo>
                  <a:lnTo>
                    <a:pt x="536901" y="10195"/>
                  </a:lnTo>
                  <a:lnTo>
                    <a:pt x="581794" y="22536"/>
                  </a:lnTo>
                  <a:lnTo>
                    <a:pt x="624646" y="39345"/>
                  </a:lnTo>
                  <a:lnTo>
                    <a:pt x="665187" y="60354"/>
                  </a:lnTo>
                  <a:lnTo>
                    <a:pt x="703146" y="85292"/>
                  </a:lnTo>
                  <a:lnTo>
                    <a:pt x="738255" y="113890"/>
                  </a:lnTo>
                  <a:lnTo>
                    <a:pt x="770243" y="145878"/>
                  </a:lnTo>
                  <a:lnTo>
                    <a:pt x="798841" y="180987"/>
                  </a:lnTo>
                  <a:lnTo>
                    <a:pt x="823779" y="218946"/>
                  </a:lnTo>
                  <a:lnTo>
                    <a:pt x="844788" y="259487"/>
                  </a:lnTo>
                  <a:lnTo>
                    <a:pt x="861597" y="302339"/>
                  </a:lnTo>
                  <a:lnTo>
                    <a:pt x="873938" y="347232"/>
                  </a:lnTo>
                  <a:lnTo>
                    <a:pt x="881540" y="393898"/>
                  </a:lnTo>
                  <a:lnTo>
                    <a:pt x="884134" y="442065"/>
                  </a:lnTo>
                  <a:lnTo>
                    <a:pt x="881540" y="490234"/>
                  </a:lnTo>
                  <a:lnTo>
                    <a:pt x="873938" y="536900"/>
                  </a:lnTo>
                  <a:lnTo>
                    <a:pt x="861597" y="581794"/>
                  </a:lnTo>
                  <a:lnTo>
                    <a:pt x="844788" y="624645"/>
                  </a:lnTo>
                  <a:lnTo>
                    <a:pt x="823779" y="665186"/>
                  </a:lnTo>
                  <a:lnTo>
                    <a:pt x="798841" y="703145"/>
                  </a:lnTo>
                  <a:lnTo>
                    <a:pt x="770243" y="738254"/>
                  </a:lnTo>
                  <a:lnTo>
                    <a:pt x="738255" y="770242"/>
                  </a:lnTo>
                  <a:lnTo>
                    <a:pt x="703146" y="798840"/>
                  </a:lnTo>
                  <a:lnTo>
                    <a:pt x="665187" y="823778"/>
                  </a:lnTo>
                  <a:lnTo>
                    <a:pt x="624646" y="844787"/>
                  </a:lnTo>
                  <a:lnTo>
                    <a:pt x="581794" y="861596"/>
                  </a:lnTo>
                  <a:lnTo>
                    <a:pt x="536901" y="873937"/>
                  </a:lnTo>
                  <a:lnTo>
                    <a:pt x="490235" y="881539"/>
                  </a:lnTo>
                  <a:lnTo>
                    <a:pt x="442067" y="884133"/>
                  </a:lnTo>
                  <a:close/>
                </a:path>
              </a:pathLst>
            </a:custGeom>
            <a:solidFill>
              <a:srgbClr val="FFFD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134156" y="1760501"/>
            <a:ext cx="4080510" cy="0"/>
          </a:xfrm>
          <a:custGeom>
            <a:avLst/>
            <a:gdLst/>
            <a:ahLst/>
            <a:cxnLst/>
            <a:rect l="l" t="t" r="r" b="b"/>
            <a:pathLst>
              <a:path w="4080510">
                <a:moveTo>
                  <a:pt x="0" y="0"/>
                </a:moveTo>
                <a:lnTo>
                  <a:pt x="4080086" y="0"/>
                </a:lnTo>
              </a:path>
            </a:pathLst>
          </a:custGeom>
          <a:ln w="76199">
            <a:solidFill>
              <a:srgbClr val="FF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82898" y="1921171"/>
            <a:ext cx="12420599" cy="8239124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CONECPTION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8342310" y="1303069"/>
            <a:ext cx="8248015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50" b="1" spc="315" dirty="0">
                <a:solidFill>
                  <a:srgbClr val="FF3131"/>
                </a:solidFill>
                <a:latin typeface="Trebuchet MS"/>
                <a:cs typeface="Trebuchet MS"/>
              </a:rPr>
              <a:t>DIAGRAMME</a:t>
            </a:r>
            <a:r>
              <a:rPr sz="3550" b="1" spc="45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3550" b="1" spc="285" dirty="0">
                <a:solidFill>
                  <a:srgbClr val="FF3131"/>
                </a:solidFill>
                <a:latin typeface="Trebuchet MS"/>
                <a:cs typeface="Trebuchet MS"/>
              </a:rPr>
              <a:t>DE</a:t>
            </a:r>
            <a:r>
              <a:rPr sz="3550" b="1" spc="45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3550" b="1" spc="345" dirty="0">
                <a:solidFill>
                  <a:srgbClr val="FF3131"/>
                </a:solidFill>
                <a:latin typeface="Trebuchet MS"/>
                <a:cs typeface="Trebuchet MS"/>
              </a:rPr>
              <a:t>CAS</a:t>
            </a:r>
            <a:r>
              <a:rPr sz="3550" b="1" spc="45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3550" b="1" spc="190" dirty="0">
                <a:solidFill>
                  <a:srgbClr val="FF3131"/>
                </a:solidFill>
                <a:latin typeface="Trebuchet MS"/>
                <a:cs typeface="Trebuchet MS"/>
              </a:rPr>
              <a:t>D'UTILISATION</a:t>
            </a:r>
            <a:endParaRPr sz="3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49078" y="689144"/>
            <a:ext cx="1204595" cy="1071880"/>
            <a:chOff x="749078" y="689144"/>
            <a:chExt cx="1204595" cy="1071880"/>
          </a:xfrm>
        </p:grpSpPr>
        <p:sp>
          <p:nvSpPr>
            <p:cNvPr id="3" name="object 3"/>
            <p:cNvSpPr/>
            <p:nvPr/>
          </p:nvSpPr>
          <p:spPr>
            <a:xfrm>
              <a:off x="749071" y="689152"/>
              <a:ext cx="1204595" cy="1071880"/>
            </a:xfrm>
            <a:custGeom>
              <a:avLst/>
              <a:gdLst/>
              <a:ahLst/>
              <a:cxnLst/>
              <a:rect l="l" t="t" r="r" b="b"/>
              <a:pathLst>
                <a:path w="1204595" h="1071880">
                  <a:moveTo>
                    <a:pt x="1204188" y="537654"/>
                  </a:moveTo>
                  <a:lnTo>
                    <a:pt x="1004633" y="277444"/>
                  </a:lnTo>
                  <a:lnTo>
                    <a:pt x="998220" y="265303"/>
                  </a:lnTo>
                  <a:lnTo>
                    <a:pt x="973353" y="226745"/>
                  </a:lnTo>
                  <a:lnTo>
                    <a:pt x="945375" y="190550"/>
                  </a:lnTo>
                  <a:lnTo>
                    <a:pt x="914463" y="156895"/>
                  </a:lnTo>
                  <a:lnTo>
                    <a:pt x="880808" y="125984"/>
                  </a:lnTo>
                  <a:lnTo>
                    <a:pt x="844613" y="97993"/>
                  </a:lnTo>
                  <a:lnTo>
                    <a:pt x="806043" y="73139"/>
                  </a:lnTo>
                  <a:lnTo>
                    <a:pt x="765314" y="51574"/>
                  </a:lnTo>
                  <a:lnTo>
                    <a:pt x="722591" y="33515"/>
                  </a:lnTo>
                  <a:lnTo>
                    <a:pt x="678078" y="19138"/>
                  </a:lnTo>
                  <a:lnTo>
                    <a:pt x="631964" y="8623"/>
                  </a:lnTo>
                  <a:lnTo>
                    <a:pt x="584441" y="2184"/>
                  </a:lnTo>
                  <a:lnTo>
                    <a:pt x="535686" y="0"/>
                  </a:lnTo>
                  <a:lnTo>
                    <a:pt x="486918" y="2184"/>
                  </a:lnTo>
                  <a:lnTo>
                    <a:pt x="439394" y="8623"/>
                  </a:lnTo>
                  <a:lnTo>
                    <a:pt x="393280" y="19138"/>
                  </a:lnTo>
                  <a:lnTo>
                    <a:pt x="348767" y="33515"/>
                  </a:lnTo>
                  <a:lnTo>
                    <a:pt x="306044" y="51574"/>
                  </a:lnTo>
                  <a:lnTo>
                    <a:pt x="265315" y="73139"/>
                  </a:lnTo>
                  <a:lnTo>
                    <a:pt x="226745" y="97993"/>
                  </a:lnTo>
                  <a:lnTo>
                    <a:pt x="190550" y="125984"/>
                  </a:lnTo>
                  <a:lnTo>
                    <a:pt x="156895" y="156895"/>
                  </a:lnTo>
                  <a:lnTo>
                    <a:pt x="125984" y="190550"/>
                  </a:lnTo>
                  <a:lnTo>
                    <a:pt x="98005" y="226745"/>
                  </a:lnTo>
                  <a:lnTo>
                    <a:pt x="73139" y="265303"/>
                  </a:lnTo>
                  <a:lnTo>
                    <a:pt x="51574" y="306044"/>
                  </a:lnTo>
                  <a:lnTo>
                    <a:pt x="33515" y="348754"/>
                  </a:lnTo>
                  <a:lnTo>
                    <a:pt x="19138" y="393268"/>
                  </a:lnTo>
                  <a:lnTo>
                    <a:pt x="8636" y="439381"/>
                  </a:lnTo>
                  <a:lnTo>
                    <a:pt x="2184" y="486918"/>
                  </a:lnTo>
                  <a:lnTo>
                    <a:pt x="0" y="535673"/>
                  </a:lnTo>
                  <a:lnTo>
                    <a:pt x="2184" y="584428"/>
                  </a:lnTo>
                  <a:lnTo>
                    <a:pt x="8636" y="631964"/>
                  </a:lnTo>
                  <a:lnTo>
                    <a:pt x="19138" y="678078"/>
                  </a:lnTo>
                  <a:lnTo>
                    <a:pt x="33515" y="722591"/>
                  </a:lnTo>
                  <a:lnTo>
                    <a:pt x="51574" y="765314"/>
                  </a:lnTo>
                  <a:lnTo>
                    <a:pt x="73139" y="806043"/>
                  </a:lnTo>
                  <a:lnTo>
                    <a:pt x="98005" y="844600"/>
                  </a:lnTo>
                  <a:lnTo>
                    <a:pt x="125984" y="880808"/>
                  </a:lnTo>
                  <a:lnTo>
                    <a:pt x="156895" y="914463"/>
                  </a:lnTo>
                  <a:lnTo>
                    <a:pt x="190550" y="945375"/>
                  </a:lnTo>
                  <a:lnTo>
                    <a:pt x="226745" y="973353"/>
                  </a:lnTo>
                  <a:lnTo>
                    <a:pt x="265315" y="998220"/>
                  </a:lnTo>
                  <a:lnTo>
                    <a:pt x="306044" y="1019784"/>
                  </a:lnTo>
                  <a:lnTo>
                    <a:pt x="348767" y="1037844"/>
                  </a:lnTo>
                  <a:lnTo>
                    <a:pt x="393280" y="1052220"/>
                  </a:lnTo>
                  <a:lnTo>
                    <a:pt x="439394" y="1062723"/>
                  </a:lnTo>
                  <a:lnTo>
                    <a:pt x="486918" y="1069162"/>
                  </a:lnTo>
                  <a:lnTo>
                    <a:pt x="535686" y="1071359"/>
                  </a:lnTo>
                  <a:lnTo>
                    <a:pt x="584441" y="1069162"/>
                  </a:lnTo>
                  <a:lnTo>
                    <a:pt x="631964" y="1062723"/>
                  </a:lnTo>
                  <a:lnTo>
                    <a:pt x="678078" y="1052220"/>
                  </a:lnTo>
                  <a:lnTo>
                    <a:pt x="722591" y="1037844"/>
                  </a:lnTo>
                  <a:lnTo>
                    <a:pt x="765314" y="1019784"/>
                  </a:lnTo>
                  <a:lnTo>
                    <a:pt x="806043" y="998220"/>
                  </a:lnTo>
                  <a:lnTo>
                    <a:pt x="844613" y="973353"/>
                  </a:lnTo>
                  <a:lnTo>
                    <a:pt x="880808" y="945375"/>
                  </a:lnTo>
                  <a:lnTo>
                    <a:pt x="914463" y="914463"/>
                  </a:lnTo>
                  <a:lnTo>
                    <a:pt x="945375" y="880808"/>
                  </a:lnTo>
                  <a:lnTo>
                    <a:pt x="973353" y="844600"/>
                  </a:lnTo>
                  <a:lnTo>
                    <a:pt x="991311" y="816762"/>
                  </a:lnTo>
                  <a:lnTo>
                    <a:pt x="1204188" y="539153"/>
                  </a:lnTo>
                  <a:lnTo>
                    <a:pt x="1204188" y="537654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42690" y="782755"/>
              <a:ext cx="884555" cy="884555"/>
            </a:xfrm>
            <a:custGeom>
              <a:avLst/>
              <a:gdLst/>
              <a:ahLst/>
              <a:cxnLst/>
              <a:rect l="l" t="t" r="r" b="b"/>
              <a:pathLst>
                <a:path w="884555" h="884555">
                  <a:moveTo>
                    <a:pt x="442067" y="884133"/>
                  </a:moveTo>
                  <a:lnTo>
                    <a:pt x="393899" y="881539"/>
                  </a:lnTo>
                  <a:lnTo>
                    <a:pt x="347233" y="873937"/>
                  </a:lnTo>
                  <a:lnTo>
                    <a:pt x="302339" y="861596"/>
                  </a:lnTo>
                  <a:lnTo>
                    <a:pt x="259487" y="844787"/>
                  </a:lnTo>
                  <a:lnTo>
                    <a:pt x="218947" y="823778"/>
                  </a:lnTo>
                  <a:lnTo>
                    <a:pt x="180988" y="798840"/>
                  </a:lnTo>
                  <a:lnTo>
                    <a:pt x="145879" y="770242"/>
                  </a:lnTo>
                  <a:lnTo>
                    <a:pt x="113891" y="738254"/>
                  </a:lnTo>
                  <a:lnTo>
                    <a:pt x="85293" y="703145"/>
                  </a:lnTo>
                  <a:lnTo>
                    <a:pt x="60355" y="665186"/>
                  </a:lnTo>
                  <a:lnTo>
                    <a:pt x="39346" y="624645"/>
                  </a:lnTo>
                  <a:lnTo>
                    <a:pt x="22536" y="581794"/>
                  </a:lnTo>
                  <a:lnTo>
                    <a:pt x="10196" y="536900"/>
                  </a:lnTo>
                  <a:lnTo>
                    <a:pt x="2593" y="490234"/>
                  </a:lnTo>
                  <a:lnTo>
                    <a:pt x="0" y="442067"/>
                  </a:lnTo>
                  <a:lnTo>
                    <a:pt x="2593" y="393898"/>
                  </a:lnTo>
                  <a:lnTo>
                    <a:pt x="10196" y="347232"/>
                  </a:lnTo>
                  <a:lnTo>
                    <a:pt x="22536" y="302339"/>
                  </a:lnTo>
                  <a:lnTo>
                    <a:pt x="39346" y="259487"/>
                  </a:lnTo>
                  <a:lnTo>
                    <a:pt x="60355" y="218946"/>
                  </a:lnTo>
                  <a:lnTo>
                    <a:pt x="85293" y="180987"/>
                  </a:lnTo>
                  <a:lnTo>
                    <a:pt x="113891" y="145878"/>
                  </a:lnTo>
                  <a:lnTo>
                    <a:pt x="145879" y="113890"/>
                  </a:lnTo>
                  <a:lnTo>
                    <a:pt x="180988" y="85292"/>
                  </a:lnTo>
                  <a:lnTo>
                    <a:pt x="218947" y="60354"/>
                  </a:lnTo>
                  <a:lnTo>
                    <a:pt x="259487" y="39345"/>
                  </a:lnTo>
                  <a:lnTo>
                    <a:pt x="302339" y="22536"/>
                  </a:lnTo>
                  <a:lnTo>
                    <a:pt x="347233" y="10195"/>
                  </a:lnTo>
                  <a:lnTo>
                    <a:pt x="393899" y="2593"/>
                  </a:lnTo>
                  <a:lnTo>
                    <a:pt x="442054" y="0"/>
                  </a:lnTo>
                  <a:lnTo>
                    <a:pt x="490235" y="2593"/>
                  </a:lnTo>
                  <a:lnTo>
                    <a:pt x="536901" y="10195"/>
                  </a:lnTo>
                  <a:lnTo>
                    <a:pt x="581794" y="22536"/>
                  </a:lnTo>
                  <a:lnTo>
                    <a:pt x="624646" y="39345"/>
                  </a:lnTo>
                  <a:lnTo>
                    <a:pt x="665187" y="60354"/>
                  </a:lnTo>
                  <a:lnTo>
                    <a:pt x="703146" y="85292"/>
                  </a:lnTo>
                  <a:lnTo>
                    <a:pt x="738255" y="113890"/>
                  </a:lnTo>
                  <a:lnTo>
                    <a:pt x="770243" y="145878"/>
                  </a:lnTo>
                  <a:lnTo>
                    <a:pt x="798841" y="180987"/>
                  </a:lnTo>
                  <a:lnTo>
                    <a:pt x="823779" y="218946"/>
                  </a:lnTo>
                  <a:lnTo>
                    <a:pt x="844788" y="259487"/>
                  </a:lnTo>
                  <a:lnTo>
                    <a:pt x="861597" y="302339"/>
                  </a:lnTo>
                  <a:lnTo>
                    <a:pt x="873938" y="347232"/>
                  </a:lnTo>
                  <a:lnTo>
                    <a:pt x="881540" y="393898"/>
                  </a:lnTo>
                  <a:lnTo>
                    <a:pt x="884134" y="442065"/>
                  </a:lnTo>
                  <a:lnTo>
                    <a:pt x="881540" y="490234"/>
                  </a:lnTo>
                  <a:lnTo>
                    <a:pt x="873938" y="536900"/>
                  </a:lnTo>
                  <a:lnTo>
                    <a:pt x="861597" y="581794"/>
                  </a:lnTo>
                  <a:lnTo>
                    <a:pt x="844788" y="624645"/>
                  </a:lnTo>
                  <a:lnTo>
                    <a:pt x="823779" y="665186"/>
                  </a:lnTo>
                  <a:lnTo>
                    <a:pt x="798841" y="703145"/>
                  </a:lnTo>
                  <a:lnTo>
                    <a:pt x="770243" y="738254"/>
                  </a:lnTo>
                  <a:lnTo>
                    <a:pt x="738255" y="770242"/>
                  </a:lnTo>
                  <a:lnTo>
                    <a:pt x="703146" y="798840"/>
                  </a:lnTo>
                  <a:lnTo>
                    <a:pt x="665187" y="823778"/>
                  </a:lnTo>
                  <a:lnTo>
                    <a:pt x="624646" y="844787"/>
                  </a:lnTo>
                  <a:lnTo>
                    <a:pt x="581794" y="861596"/>
                  </a:lnTo>
                  <a:lnTo>
                    <a:pt x="536901" y="873937"/>
                  </a:lnTo>
                  <a:lnTo>
                    <a:pt x="490235" y="881539"/>
                  </a:lnTo>
                  <a:lnTo>
                    <a:pt x="442067" y="884133"/>
                  </a:lnTo>
                  <a:close/>
                </a:path>
              </a:pathLst>
            </a:custGeom>
            <a:solidFill>
              <a:srgbClr val="FFFD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2134156" y="1760501"/>
            <a:ext cx="4080510" cy="0"/>
          </a:xfrm>
          <a:custGeom>
            <a:avLst/>
            <a:gdLst/>
            <a:ahLst/>
            <a:cxnLst/>
            <a:rect l="l" t="t" r="r" b="b"/>
            <a:pathLst>
              <a:path w="4080510">
                <a:moveTo>
                  <a:pt x="0" y="0"/>
                </a:moveTo>
                <a:lnTo>
                  <a:pt x="4080086" y="0"/>
                </a:lnTo>
              </a:path>
            </a:pathLst>
          </a:custGeom>
          <a:ln w="76199">
            <a:solidFill>
              <a:srgbClr val="FF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135" y="2177579"/>
            <a:ext cx="14573249" cy="784859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CONECPTION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0921148" y="1411618"/>
            <a:ext cx="5859780" cy="5664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550" b="1" spc="315" dirty="0">
                <a:solidFill>
                  <a:srgbClr val="FF3131"/>
                </a:solidFill>
                <a:latin typeface="Trebuchet MS"/>
                <a:cs typeface="Trebuchet MS"/>
              </a:rPr>
              <a:t>DIAGRAMME</a:t>
            </a:r>
            <a:r>
              <a:rPr sz="3550" b="1" spc="45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3550" b="1" spc="285" dirty="0">
                <a:solidFill>
                  <a:srgbClr val="FF3131"/>
                </a:solidFill>
                <a:latin typeface="Trebuchet MS"/>
                <a:cs typeface="Trebuchet MS"/>
              </a:rPr>
              <a:t>DE</a:t>
            </a:r>
            <a:r>
              <a:rPr sz="3550" b="1" spc="45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3550" b="1" spc="305" dirty="0">
                <a:solidFill>
                  <a:srgbClr val="FF3131"/>
                </a:solidFill>
                <a:latin typeface="Trebuchet MS"/>
                <a:cs typeface="Trebuchet MS"/>
              </a:rPr>
              <a:t>CLASSES</a:t>
            </a:r>
            <a:endParaRPr sz="35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9939" y="4130800"/>
            <a:ext cx="11286490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0" b="1" spc="710" dirty="0">
                <a:solidFill>
                  <a:srgbClr val="FF3131"/>
                </a:solidFill>
                <a:latin typeface="Trebuchet MS"/>
                <a:cs typeface="Trebuchet MS"/>
              </a:rPr>
              <a:t>IMPLÉMENTATION</a:t>
            </a:r>
            <a:endParaRPr sz="9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5106" y="1741451"/>
            <a:ext cx="5652135" cy="0"/>
          </a:xfrm>
          <a:custGeom>
            <a:avLst/>
            <a:gdLst/>
            <a:ahLst/>
            <a:cxnLst/>
            <a:rect l="l" t="t" r="r" b="b"/>
            <a:pathLst>
              <a:path w="5652134">
                <a:moveTo>
                  <a:pt x="0" y="0"/>
                </a:moveTo>
                <a:lnTo>
                  <a:pt x="5651712" y="0"/>
                </a:lnTo>
              </a:path>
            </a:pathLst>
          </a:custGeom>
          <a:ln w="76199">
            <a:solidFill>
              <a:srgbClr val="FF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0" dirty="0"/>
              <a:t>IMPLÉMENTATION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42642" y="3523348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132" y="6377325"/>
            <a:ext cx="142875" cy="142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132" y="7672725"/>
            <a:ext cx="142875" cy="1428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61700" y="2382541"/>
            <a:ext cx="16320769" cy="56051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53720" indent="-541655">
              <a:lnSpc>
                <a:spcPct val="100000"/>
              </a:lnSpc>
              <a:spcBef>
                <a:spcPts val="95"/>
              </a:spcBef>
              <a:buAutoNum type="alphaLcPeriod"/>
              <a:tabLst>
                <a:tab pos="554355" algn="l"/>
              </a:tabLst>
            </a:pPr>
            <a:r>
              <a:rPr sz="3550" b="1" spc="-85" dirty="0">
                <a:latin typeface="Verdana"/>
                <a:cs typeface="Verdana"/>
              </a:rPr>
              <a:t>Développement</a:t>
            </a:r>
            <a:r>
              <a:rPr sz="3550" b="1" spc="-155" dirty="0">
                <a:latin typeface="Verdana"/>
                <a:cs typeface="Verdana"/>
              </a:rPr>
              <a:t> </a:t>
            </a:r>
            <a:r>
              <a:rPr sz="3550" b="1" spc="-145" dirty="0">
                <a:latin typeface="Verdana"/>
                <a:cs typeface="Verdana"/>
              </a:rPr>
              <a:t>Front-</a:t>
            </a:r>
            <a:r>
              <a:rPr sz="3550" b="1" spc="-30" dirty="0">
                <a:latin typeface="Verdana"/>
                <a:cs typeface="Verdana"/>
              </a:rPr>
              <a:t>End</a:t>
            </a:r>
            <a:r>
              <a:rPr sz="3550" b="1" spc="-150" dirty="0">
                <a:latin typeface="Verdana"/>
                <a:cs typeface="Verdana"/>
              </a:rPr>
              <a:t> </a:t>
            </a:r>
            <a:r>
              <a:rPr sz="3550" b="1" spc="-480" dirty="0">
                <a:latin typeface="Verdana"/>
                <a:cs typeface="Verdana"/>
              </a:rPr>
              <a:t>:</a:t>
            </a:r>
            <a:endParaRPr sz="3550">
              <a:latin typeface="Verdana"/>
              <a:cs typeface="Verdana"/>
            </a:endParaRPr>
          </a:p>
          <a:p>
            <a:pPr marL="929640" marR="5080">
              <a:lnSpc>
                <a:spcPct val="116399"/>
              </a:lnSpc>
              <a:spcBef>
                <a:spcPts val="1910"/>
              </a:spcBef>
            </a:pPr>
            <a:r>
              <a:rPr sz="3650" b="1" spc="45" dirty="0">
                <a:latin typeface="Trebuchet MS"/>
                <a:cs typeface="Trebuchet MS"/>
              </a:rPr>
              <a:t>Conception</a:t>
            </a:r>
            <a:r>
              <a:rPr sz="3650" b="1" spc="65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et</a:t>
            </a:r>
            <a:r>
              <a:rPr sz="3650" b="1" spc="65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développement</a:t>
            </a:r>
            <a:r>
              <a:rPr sz="3650" b="1" spc="650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65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l'interface</a:t>
            </a:r>
            <a:r>
              <a:rPr sz="3650" b="1" spc="65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utilisateur</a:t>
            </a:r>
            <a:r>
              <a:rPr sz="3650" b="1" spc="65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en</a:t>
            </a:r>
            <a:r>
              <a:rPr sz="3650" b="1" spc="650" dirty="0">
                <a:latin typeface="Trebuchet MS"/>
                <a:cs typeface="Trebuchet MS"/>
              </a:rPr>
              <a:t> </a:t>
            </a:r>
            <a:r>
              <a:rPr sz="3650" b="1" spc="45" dirty="0">
                <a:latin typeface="Trebuchet MS"/>
                <a:cs typeface="Trebuchet MS"/>
              </a:rPr>
              <a:t>utilisant </a:t>
            </a:r>
            <a:r>
              <a:rPr sz="3650" b="1" spc="130" dirty="0">
                <a:latin typeface="Trebuchet MS"/>
                <a:cs typeface="Trebuchet MS"/>
              </a:rPr>
              <a:t>HTML,</a:t>
            </a:r>
            <a:r>
              <a:rPr sz="3650" b="1" spc="-315" dirty="0">
                <a:latin typeface="Trebuchet MS"/>
                <a:cs typeface="Trebuchet MS"/>
              </a:rPr>
              <a:t> </a:t>
            </a:r>
            <a:r>
              <a:rPr sz="3650" b="1" spc="555" dirty="0">
                <a:latin typeface="Trebuchet MS"/>
                <a:cs typeface="Trebuchet MS"/>
              </a:rPr>
              <a:t>CSS</a:t>
            </a:r>
            <a:r>
              <a:rPr sz="3650" b="1" spc="-31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et</a:t>
            </a:r>
            <a:r>
              <a:rPr sz="3650" b="1" spc="-310" dirty="0">
                <a:latin typeface="Trebuchet MS"/>
                <a:cs typeface="Trebuchet MS"/>
              </a:rPr>
              <a:t> </a:t>
            </a:r>
            <a:r>
              <a:rPr sz="3650" b="1" spc="-10" dirty="0">
                <a:latin typeface="Trebuchet MS"/>
                <a:cs typeface="Trebuchet MS"/>
              </a:rPr>
              <a:t>JavaScript</a:t>
            </a:r>
            <a:endParaRPr sz="3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5550">
              <a:latin typeface="Trebuchet MS"/>
              <a:cs typeface="Trebuchet MS"/>
            </a:endParaRPr>
          </a:p>
          <a:p>
            <a:pPr marL="714375" indent="-572135">
              <a:lnSpc>
                <a:spcPct val="100000"/>
              </a:lnSpc>
              <a:buAutoNum type="alphaLcPeriod" startAt="2"/>
              <a:tabLst>
                <a:tab pos="715010" algn="l"/>
              </a:tabLst>
            </a:pPr>
            <a:r>
              <a:rPr sz="3550" b="1" spc="-85" dirty="0">
                <a:latin typeface="Verdana"/>
                <a:cs typeface="Verdana"/>
              </a:rPr>
              <a:t>Développement</a:t>
            </a:r>
            <a:r>
              <a:rPr sz="3550" b="1" spc="-165" dirty="0">
                <a:latin typeface="Verdana"/>
                <a:cs typeface="Verdana"/>
              </a:rPr>
              <a:t> </a:t>
            </a:r>
            <a:r>
              <a:rPr sz="3550" b="1" spc="-100" dirty="0">
                <a:latin typeface="Verdana"/>
                <a:cs typeface="Verdana"/>
              </a:rPr>
              <a:t>back-</a:t>
            </a:r>
            <a:r>
              <a:rPr sz="3550" b="1" spc="-45" dirty="0">
                <a:latin typeface="Verdana"/>
                <a:cs typeface="Verdana"/>
              </a:rPr>
              <a:t>end</a:t>
            </a:r>
            <a:r>
              <a:rPr sz="3550" b="1" spc="-160" dirty="0">
                <a:latin typeface="Verdana"/>
                <a:cs typeface="Verdana"/>
              </a:rPr>
              <a:t> </a:t>
            </a:r>
            <a:r>
              <a:rPr sz="3550" b="1" spc="-480" dirty="0">
                <a:latin typeface="Verdana"/>
                <a:cs typeface="Verdana"/>
              </a:rPr>
              <a:t>:</a:t>
            </a:r>
            <a:endParaRPr sz="3550">
              <a:latin typeface="Verdana"/>
              <a:cs typeface="Verdana"/>
            </a:endParaRPr>
          </a:p>
          <a:p>
            <a:pPr marL="886460">
              <a:lnSpc>
                <a:spcPct val="100000"/>
              </a:lnSpc>
              <a:spcBef>
                <a:spcPts val="2260"/>
              </a:spcBef>
            </a:pPr>
            <a:r>
              <a:rPr sz="3650" b="1" spc="45" dirty="0">
                <a:latin typeface="Trebuchet MS"/>
                <a:cs typeface="Trebuchet MS"/>
              </a:rPr>
              <a:t>Création</a:t>
            </a:r>
            <a:r>
              <a:rPr sz="3650" b="1" spc="-24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-24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l'architecture</a:t>
            </a:r>
            <a:r>
              <a:rPr sz="3650" b="1" spc="-24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-240" dirty="0">
                <a:latin typeface="Trebuchet MS"/>
                <a:cs typeface="Trebuchet MS"/>
              </a:rPr>
              <a:t> </a:t>
            </a:r>
            <a:r>
              <a:rPr sz="3650" b="1" spc="114" dirty="0">
                <a:latin typeface="Trebuchet MS"/>
                <a:cs typeface="Trebuchet MS"/>
              </a:rPr>
              <a:t>base</a:t>
            </a:r>
            <a:r>
              <a:rPr sz="3650" b="1" spc="-24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-245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données</a:t>
            </a:r>
            <a:r>
              <a:rPr sz="3650" b="1" spc="-240" dirty="0">
                <a:latin typeface="Trebuchet MS"/>
                <a:cs typeface="Trebuchet MS"/>
              </a:rPr>
              <a:t> </a:t>
            </a:r>
            <a:r>
              <a:rPr sz="3650" b="1" spc="-30" dirty="0">
                <a:latin typeface="Trebuchet MS"/>
                <a:cs typeface="Trebuchet MS"/>
              </a:rPr>
              <a:t>en</a:t>
            </a:r>
            <a:r>
              <a:rPr sz="3650" b="1" spc="-245" dirty="0">
                <a:latin typeface="Trebuchet MS"/>
                <a:cs typeface="Trebuchet MS"/>
              </a:rPr>
              <a:t> </a:t>
            </a:r>
            <a:r>
              <a:rPr sz="3650" b="1" spc="55" dirty="0">
                <a:latin typeface="Trebuchet MS"/>
                <a:cs typeface="Trebuchet MS"/>
              </a:rPr>
              <a:t>utilisant</a:t>
            </a:r>
            <a:r>
              <a:rPr sz="3650" b="1" spc="-245" dirty="0">
                <a:latin typeface="Trebuchet MS"/>
                <a:cs typeface="Trebuchet MS"/>
              </a:rPr>
              <a:t> </a:t>
            </a:r>
            <a:r>
              <a:rPr sz="3650" b="1" spc="200" dirty="0">
                <a:latin typeface="Trebuchet MS"/>
                <a:cs typeface="Trebuchet MS"/>
              </a:rPr>
              <a:t>MySQL.</a:t>
            </a:r>
            <a:endParaRPr sz="3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5000">
              <a:latin typeface="Trebuchet MS"/>
              <a:cs typeface="Trebuchet MS"/>
            </a:endParaRPr>
          </a:p>
          <a:p>
            <a:pPr marL="886460">
              <a:lnSpc>
                <a:spcPct val="100000"/>
              </a:lnSpc>
            </a:pPr>
            <a:r>
              <a:rPr sz="3650" b="1" dirty="0">
                <a:latin typeface="Trebuchet MS"/>
                <a:cs typeface="Trebuchet MS"/>
              </a:rPr>
              <a:t>Developper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avec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php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spc="-20" dirty="0">
                <a:latin typeface="Trebuchet MS"/>
                <a:cs typeface="Trebuchet MS"/>
              </a:rPr>
              <a:t>pour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interagir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avec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spc="114" dirty="0">
                <a:latin typeface="Trebuchet MS"/>
                <a:cs typeface="Trebuchet MS"/>
              </a:rPr>
              <a:t>la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spc="114" dirty="0">
                <a:latin typeface="Trebuchet MS"/>
                <a:cs typeface="Trebuchet MS"/>
              </a:rPr>
              <a:t>base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de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dirty="0">
                <a:latin typeface="Trebuchet MS"/>
                <a:cs typeface="Trebuchet MS"/>
              </a:rPr>
              <a:t>données</a:t>
            </a:r>
            <a:r>
              <a:rPr sz="3650" b="1" spc="-204" dirty="0">
                <a:latin typeface="Trebuchet MS"/>
                <a:cs typeface="Trebuchet MS"/>
              </a:rPr>
              <a:t> </a:t>
            </a:r>
            <a:r>
              <a:rPr sz="3650" b="1" spc="200" dirty="0">
                <a:latin typeface="Trebuchet MS"/>
                <a:cs typeface="Trebuchet MS"/>
              </a:rPr>
              <a:t>MySQL.</a:t>
            </a:r>
            <a:endParaRPr sz="3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115106" y="1741451"/>
            <a:ext cx="5652135" cy="0"/>
          </a:xfrm>
          <a:custGeom>
            <a:avLst/>
            <a:gdLst/>
            <a:ahLst/>
            <a:cxnLst/>
            <a:rect l="l" t="t" r="r" b="b"/>
            <a:pathLst>
              <a:path w="5652134">
                <a:moveTo>
                  <a:pt x="0" y="0"/>
                </a:moveTo>
                <a:lnTo>
                  <a:pt x="5651712" y="0"/>
                </a:lnTo>
              </a:path>
            </a:pathLst>
          </a:custGeom>
          <a:ln w="76199">
            <a:solidFill>
              <a:srgbClr val="FF313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0" dirty="0"/>
              <a:t>IMPLÉMENTATION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132" y="3303552"/>
            <a:ext cx="142875" cy="1428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132" y="4598952"/>
            <a:ext cx="142875" cy="14287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</a:pPr>
            <a:r>
              <a:rPr spc="-125" dirty="0"/>
              <a:t>c.</a:t>
            </a:r>
            <a:r>
              <a:rPr spc="-170" dirty="0"/>
              <a:t> </a:t>
            </a:r>
            <a:r>
              <a:rPr spc="-160" dirty="0"/>
              <a:t>Intégration</a:t>
            </a:r>
            <a:r>
              <a:rPr spc="-170" dirty="0"/>
              <a:t> </a:t>
            </a:r>
            <a:r>
              <a:rPr spc="-20" dirty="0"/>
              <a:t>et</a:t>
            </a:r>
            <a:r>
              <a:rPr spc="-170" dirty="0"/>
              <a:t> </a:t>
            </a:r>
            <a:r>
              <a:rPr spc="-85" dirty="0"/>
              <a:t>déploiement</a:t>
            </a:r>
            <a:r>
              <a:rPr spc="-170" dirty="0"/>
              <a:t> </a:t>
            </a:r>
            <a:r>
              <a:rPr spc="-480" dirty="0"/>
              <a:t>:</a:t>
            </a:r>
          </a:p>
          <a:p>
            <a:pPr marL="944244">
              <a:lnSpc>
                <a:spcPct val="100000"/>
              </a:lnSpc>
              <a:spcBef>
                <a:spcPts val="1370"/>
              </a:spcBef>
            </a:pPr>
            <a:r>
              <a:rPr sz="3650" spc="55" dirty="0">
                <a:latin typeface="Trebuchet MS"/>
                <a:cs typeface="Trebuchet MS"/>
              </a:rPr>
              <a:t>Intégration</a:t>
            </a:r>
            <a:r>
              <a:rPr sz="3650" spc="-2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de</a:t>
            </a:r>
            <a:r>
              <a:rPr sz="3650" spc="-250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nouvelles</a:t>
            </a:r>
            <a:r>
              <a:rPr sz="3650" spc="-250" dirty="0">
                <a:latin typeface="Trebuchet MS"/>
                <a:cs typeface="Trebuchet MS"/>
              </a:rPr>
              <a:t> </a:t>
            </a:r>
            <a:r>
              <a:rPr sz="3650" spc="45" dirty="0">
                <a:latin typeface="Trebuchet MS"/>
                <a:cs typeface="Trebuchet MS"/>
              </a:rPr>
              <a:t>fonctionnalités</a:t>
            </a:r>
            <a:r>
              <a:rPr sz="3650" spc="-250" dirty="0">
                <a:latin typeface="Trebuchet MS"/>
                <a:cs typeface="Trebuchet MS"/>
              </a:rPr>
              <a:t> </a:t>
            </a:r>
            <a:r>
              <a:rPr sz="3650" spc="130" dirty="0">
                <a:latin typeface="Trebuchet MS"/>
                <a:cs typeface="Trebuchet MS"/>
              </a:rPr>
              <a:t>dans</a:t>
            </a:r>
            <a:r>
              <a:rPr sz="3650" spc="-250" dirty="0">
                <a:latin typeface="Trebuchet MS"/>
                <a:cs typeface="Trebuchet MS"/>
              </a:rPr>
              <a:t> </a:t>
            </a:r>
            <a:r>
              <a:rPr sz="3650" spc="50" dirty="0">
                <a:latin typeface="Trebuchet MS"/>
                <a:cs typeface="Trebuchet MS"/>
              </a:rPr>
              <a:t>l'application</a:t>
            </a:r>
            <a:r>
              <a:rPr sz="3650" spc="-250" dirty="0">
                <a:latin typeface="Trebuchet MS"/>
                <a:cs typeface="Trebuchet MS"/>
              </a:rPr>
              <a:t> </a:t>
            </a:r>
            <a:r>
              <a:rPr sz="3650" spc="50" dirty="0">
                <a:latin typeface="Trebuchet MS"/>
                <a:cs typeface="Trebuchet MS"/>
              </a:rPr>
              <a:t>existante</a:t>
            </a:r>
            <a:endParaRPr sz="365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4350">
              <a:latin typeface="Trebuchet MS"/>
              <a:cs typeface="Trebuchet MS"/>
            </a:endParaRPr>
          </a:p>
          <a:p>
            <a:pPr marL="944244" marR="5080">
              <a:lnSpc>
                <a:spcPct val="116399"/>
              </a:lnSpc>
              <a:tabLst>
                <a:tab pos="3646170" algn="l"/>
                <a:tab pos="4578985" algn="l"/>
                <a:tab pos="5645150" algn="l"/>
                <a:tab pos="7038975" algn="l"/>
                <a:tab pos="7842250" algn="l"/>
                <a:tab pos="10081895" algn="l"/>
                <a:tab pos="11014710" algn="l"/>
                <a:tab pos="13007340" algn="l"/>
                <a:tab pos="13855700" algn="l"/>
                <a:tab pos="14661515" algn="l"/>
              </a:tabLst>
            </a:pPr>
            <a:r>
              <a:rPr sz="3650" spc="45" dirty="0">
                <a:latin typeface="Trebuchet MS"/>
                <a:cs typeface="Trebuchet MS"/>
              </a:rPr>
              <a:t>Utilisation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-25" dirty="0">
                <a:latin typeface="Trebuchet MS"/>
                <a:cs typeface="Trebuchet MS"/>
              </a:rPr>
              <a:t>de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70" dirty="0">
                <a:latin typeface="Trebuchet MS"/>
                <a:cs typeface="Trebuchet MS"/>
              </a:rPr>
              <a:t>Git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-20" dirty="0">
                <a:latin typeface="Trebuchet MS"/>
                <a:cs typeface="Trebuchet MS"/>
              </a:rPr>
              <a:t>pour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-25" dirty="0">
                <a:latin typeface="Trebuchet MS"/>
                <a:cs typeface="Trebuchet MS"/>
              </a:rPr>
              <a:t>le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-10" dirty="0">
                <a:latin typeface="Trebuchet MS"/>
                <a:cs typeface="Trebuchet MS"/>
              </a:rPr>
              <a:t>contrôle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-25" dirty="0">
                <a:latin typeface="Trebuchet MS"/>
                <a:cs typeface="Trebuchet MS"/>
              </a:rPr>
              <a:t>de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-10" dirty="0">
                <a:latin typeface="Trebuchet MS"/>
                <a:cs typeface="Trebuchet MS"/>
              </a:rPr>
              <a:t>version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-25" dirty="0">
                <a:latin typeface="Trebuchet MS"/>
                <a:cs typeface="Trebuchet MS"/>
              </a:rPr>
              <a:t>et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80" dirty="0">
                <a:latin typeface="Trebuchet MS"/>
                <a:cs typeface="Trebuchet MS"/>
              </a:rPr>
              <a:t>la</a:t>
            </a:r>
            <a:r>
              <a:rPr sz="3650" dirty="0">
                <a:latin typeface="Trebuchet MS"/>
                <a:cs typeface="Trebuchet MS"/>
              </a:rPr>
              <a:t>	</a:t>
            </a:r>
            <a:r>
              <a:rPr sz="3650" spc="90" dirty="0">
                <a:latin typeface="Trebuchet MS"/>
                <a:cs typeface="Trebuchet MS"/>
              </a:rPr>
              <a:t>gestion </a:t>
            </a:r>
            <a:r>
              <a:rPr sz="3650" dirty="0">
                <a:latin typeface="Trebuchet MS"/>
                <a:cs typeface="Trebuchet MS"/>
              </a:rPr>
              <a:t>collaborative</a:t>
            </a:r>
            <a:r>
              <a:rPr sz="3650" spc="-12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du</a:t>
            </a:r>
            <a:r>
              <a:rPr sz="3650" spc="-125" dirty="0">
                <a:latin typeface="Trebuchet MS"/>
                <a:cs typeface="Trebuchet MS"/>
              </a:rPr>
              <a:t> </a:t>
            </a:r>
            <a:r>
              <a:rPr sz="3650" dirty="0">
                <a:latin typeface="Trebuchet MS"/>
                <a:cs typeface="Trebuchet MS"/>
              </a:rPr>
              <a:t>code</a:t>
            </a:r>
            <a:r>
              <a:rPr sz="3650" spc="-125" dirty="0">
                <a:latin typeface="Trebuchet MS"/>
                <a:cs typeface="Trebuchet MS"/>
              </a:rPr>
              <a:t> </a:t>
            </a:r>
            <a:r>
              <a:rPr sz="3650" spc="-10" dirty="0">
                <a:latin typeface="Trebuchet MS"/>
                <a:cs typeface="Trebuchet MS"/>
              </a:rPr>
              <a:t>source</a:t>
            </a:r>
            <a:endParaRPr sz="3650">
              <a:latin typeface="Trebuchet MS"/>
              <a:cs typeface="Trebuchet MS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132" y="7139923"/>
            <a:ext cx="142875" cy="142874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348282" y="5819451"/>
            <a:ext cx="7418070" cy="2283460"/>
          </a:xfrm>
          <a:prstGeom prst="rect">
            <a:avLst/>
          </a:prstGeom>
        </p:spPr>
        <p:txBody>
          <a:bodyPr vert="horz" wrap="square" lIns="0" tIns="265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90"/>
              </a:spcBef>
            </a:pPr>
            <a:r>
              <a:rPr sz="3550" b="1" spc="-165" dirty="0">
                <a:latin typeface="Verdana"/>
                <a:cs typeface="Verdana"/>
              </a:rPr>
              <a:t>d.</a:t>
            </a:r>
            <a:r>
              <a:rPr sz="3550" b="1" spc="-185" dirty="0">
                <a:latin typeface="Verdana"/>
                <a:cs typeface="Verdana"/>
              </a:rPr>
              <a:t> </a:t>
            </a:r>
            <a:r>
              <a:rPr sz="3550" b="1" spc="-135" dirty="0">
                <a:latin typeface="Verdana"/>
                <a:cs typeface="Verdana"/>
              </a:rPr>
              <a:t>Tests</a:t>
            </a:r>
            <a:r>
              <a:rPr sz="3550" b="1" spc="-185" dirty="0">
                <a:latin typeface="Verdana"/>
                <a:cs typeface="Verdana"/>
              </a:rPr>
              <a:t> </a:t>
            </a:r>
            <a:r>
              <a:rPr sz="3550" b="1" spc="-20" dirty="0">
                <a:latin typeface="Verdana"/>
                <a:cs typeface="Verdana"/>
              </a:rPr>
              <a:t>et</a:t>
            </a:r>
            <a:r>
              <a:rPr sz="3550" b="1" spc="-270" dirty="0">
                <a:latin typeface="Verdana"/>
                <a:cs typeface="Verdana"/>
              </a:rPr>
              <a:t> </a:t>
            </a:r>
            <a:r>
              <a:rPr sz="3550" b="1" spc="-60" dirty="0">
                <a:latin typeface="Verdana"/>
                <a:cs typeface="Verdana"/>
              </a:rPr>
              <a:t>débogage</a:t>
            </a:r>
            <a:r>
              <a:rPr sz="3550" b="1" spc="-210" dirty="0">
                <a:latin typeface="Verdana"/>
                <a:cs typeface="Verdana"/>
              </a:rPr>
              <a:t> </a:t>
            </a:r>
            <a:r>
              <a:rPr sz="3550" b="1" spc="-480" dirty="0">
                <a:latin typeface="Verdana"/>
                <a:cs typeface="Verdana"/>
              </a:rPr>
              <a:t>:</a:t>
            </a:r>
            <a:endParaRPr sz="3550">
              <a:latin typeface="Verdana"/>
              <a:cs typeface="Verdana"/>
            </a:endParaRPr>
          </a:p>
          <a:p>
            <a:pPr marL="800100" marR="5080">
              <a:lnSpc>
                <a:spcPct val="116399"/>
              </a:lnSpc>
              <a:spcBef>
                <a:spcPts val="1330"/>
              </a:spcBef>
              <a:tabLst>
                <a:tab pos="4240530" algn="l"/>
                <a:tab pos="5160645" algn="l"/>
              </a:tabLst>
            </a:pPr>
            <a:r>
              <a:rPr sz="3650" b="1" spc="-10" dirty="0">
                <a:latin typeface="Trebuchet MS"/>
                <a:cs typeface="Trebuchet MS"/>
              </a:rPr>
              <a:t>Identification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25" dirty="0">
                <a:latin typeface="Trebuchet MS"/>
                <a:cs typeface="Trebuchet MS"/>
              </a:rPr>
              <a:t>et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10" dirty="0">
                <a:latin typeface="Trebuchet MS"/>
                <a:cs typeface="Trebuchet MS"/>
              </a:rPr>
              <a:t>résolution performance.</a:t>
            </a:r>
            <a:endParaRPr sz="365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201553" y="6873572"/>
            <a:ext cx="8337550" cy="5816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59205" algn="l"/>
                <a:tab pos="2806700" algn="l"/>
                <a:tab pos="3726815" algn="l"/>
                <a:tab pos="4973955" algn="l"/>
                <a:tab pos="7780655" algn="l"/>
              </a:tabLst>
            </a:pPr>
            <a:r>
              <a:rPr sz="3650" b="1" spc="95" dirty="0">
                <a:latin typeface="Trebuchet MS"/>
                <a:cs typeface="Trebuchet MS"/>
              </a:rPr>
              <a:t>des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180" dirty="0">
                <a:latin typeface="Trebuchet MS"/>
                <a:cs typeface="Trebuchet MS"/>
              </a:rPr>
              <a:t>bugs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25" dirty="0">
                <a:latin typeface="Trebuchet MS"/>
                <a:cs typeface="Trebuchet MS"/>
              </a:rPr>
              <a:t>et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95" dirty="0">
                <a:latin typeface="Trebuchet MS"/>
                <a:cs typeface="Trebuchet MS"/>
              </a:rPr>
              <a:t>des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40" dirty="0">
                <a:latin typeface="Trebuchet MS"/>
                <a:cs typeface="Trebuchet MS"/>
              </a:rPr>
              <a:t>problèmes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25" dirty="0">
                <a:latin typeface="Trebuchet MS"/>
                <a:cs typeface="Trebuchet MS"/>
              </a:rPr>
              <a:t>de</a:t>
            </a:r>
            <a:endParaRPr sz="3650">
              <a:latin typeface="Trebuchet MS"/>
              <a:cs typeface="Trebuchet MS"/>
            </a:endParaRP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99132" y="9083023"/>
            <a:ext cx="142875" cy="142874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2135731" y="8724813"/>
            <a:ext cx="15403194" cy="1320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0"/>
              </a:spcBef>
              <a:tabLst>
                <a:tab pos="3562985" algn="l"/>
                <a:tab pos="5109210" algn="l"/>
                <a:tab pos="6316345" algn="l"/>
                <a:tab pos="8747760" algn="l"/>
                <a:tab pos="10278745" algn="l"/>
                <a:tab pos="11702415" algn="l"/>
                <a:tab pos="12688570" algn="l"/>
                <a:tab pos="14733269" algn="l"/>
              </a:tabLst>
            </a:pPr>
            <a:r>
              <a:rPr sz="3650" b="1" spc="50" dirty="0">
                <a:latin typeface="Trebuchet MS"/>
                <a:cs typeface="Trebuchet MS"/>
              </a:rPr>
              <a:t>Collaboration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20" dirty="0">
                <a:latin typeface="Trebuchet MS"/>
                <a:cs typeface="Trebuchet MS"/>
              </a:rPr>
              <a:t>avec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100" dirty="0">
                <a:latin typeface="Trebuchet MS"/>
                <a:cs typeface="Trebuchet MS"/>
              </a:rPr>
              <a:t>ma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65" dirty="0">
                <a:latin typeface="Trebuchet MS"/>
                <a:cs typeface="Trebuchet MS"/>
              </a:rPr>
              <a:t>collègue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20" dirty="0">
                <a:latin typeface="Trebuchet MS"/>
                <a:cs typeface="Trebuchet MS"/>
              </a:rPr>
              <a:t>pour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90" dirty="0">
                <a:latin typeface="Trebuchet MS"/>
                <a:cs typeface="Trebuchet MS"/>
              </a:rPr>
              <a:t>test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25" dirty="0">
                <a:latin typeface="Trebuchet MS"/>
                <a:cs typeface="Trebuchet MS"/>
              </a:rPr>
              <a:t>et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-10" dirty="0">
                <a:latin typeface="Trebuchet MS"/>
                <a:cs typeface="Trebuchet MS"/>
              </a:rPr>
              <a:t>valider</a:t>
            </a:r>
            <a:r>
              <a:rPr sz="3650" b="1" dirty="0">
                <a:latin typeface="Trebuchet MS"/>
                <a:cs typeface="Trebuchet MS"/>
              </a:rPr>
              <a:t>	</a:t>
            </a:r>
            <a:r>
              <a:rPr sz="3650" b="1" spc="100" dirty="0">
                <a:latin typeface="Trebuchet MS"/>
                <a:cs typeface="Trebuchet MS"/>
              </a:rPr>
              <a:t>les </a:t>
            </a:r>
            <a:r>
              <a:rPr sz="3650" b="1" spc="45" dirty="0">
                <a:latin typeface="Trebuchet MS"/>
                <a:cs typeface="Trebuchet MS"/>
              </a:rPr>
              <a:t>fonctionnalités</a:t>
            </a:r>
            <a:r>
              <a:rPr sz="3650" b="1" spc="-325" dirty="0">
                <a:latin typeface="Trebuchet MS"/>
                <a:cs typeface="Trebuchet MS"/>
              </a:rPr>
              <a:t> </a:t>
            </a:r>
            <a:r>
              <a:rPr sz="3650" b="1" spc="-10" dirty="0">
                <a:latin typeface="Trebuchet MS"/>
                <a:cs typeface="Trebuchet MS"/>
              </a:rPr>
              <a:t>développées</a:t>
            </a:r>
            <a:endParaRPr sz="36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29939" y="3151736"/>
            <a:ext cx="11351260" cy="3397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16399"/>
              </a:lnSpc>
              <a:spcBef>
                <a:spcPts val="105"/>
              </a:spcBef>
            </a:pPr>
            <a:r>
              <a:rPr sz="9500" b="1" spc="655" dirty="0">
                <a:solidFill>
                  <a:srgbClr val="FF3131"/>
                </a:solidFill>
                <a:latin typeface="Trebuchet MS"/>
                <a:cs typeface="Trebuchet MS"/>
              </a:rPr>
              <a:t>PRÉSENTATION </a:t>
            </a:r>
            <a:r>
              <a:rPr sz="9500" b="1" spc="775" dirty="0">
                <a:solidFill>
                  <a:srgbClr val="FF3131"/>
                </a:solidFill>
                <a:latin typeface="Trebuchet MS"/>
                <a:cs typeface="Trebuchet MS"/>
              </a:rPr>
              <a:t>DE</a:t>
            </a:r>
            <a:r>
              <a:rPr sz="9500" b="1" spc="114" dirty="0">
                <a:solidFill>
                  <a:srgbClr val="FF3131"/>
                </a:solidFill>
                <a:latin typeface="Trebuchet MS"/>
                <a:cs typeface="Trebuchet MS"/>
              </a:rPr>
              <a:t> </a:t>
            </a:r>
            <a:r>
              <a:rPr sz="9500" b="1" spc="420" dirty="0">
                <a:solidFill>
                  <a:srgbClr val="FF3131"/>
                </a:solidFill>
                <a:latin typeface="Trebuchet MS"/>
                <a:cs typeface="Trebuchet MS"/>
              </a:rPr>
              <a:t>L’APPLICATION</a:t>
            </a:r>
            <a:endParaRPr sz="9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93" y="977513"/>
            <a:ext cx="18259424" cy="843914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0115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0115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06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906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81075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6217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0115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0115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20115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97568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2870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009650"/>
            <a:ext cx="18287999" cy="844867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BE6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478418" y="474099"/>
            <a:ext cx="17327880" cy="9338945"/>
            <a:chOff x="478418" y="474099"/>
            <a:chExt cx="17327880" cy="9338945"/>
          </a:xfrm>
        </p:grpSpPr>
        <p:sp>
          <p:nvSpPr>
            <p:cNvPr id="4" name="object 4"/>
            <p:cNvSpPr/>
            <p:nvPr/>
          </p:nvSpPr>
          <p:spPr>
            <a:xfrm>
              <a:off x="478418" y="474099"/>
              <a:ext cx="17327880" cy="9338945"/>
            </a:xfrm>
            <a:custGeom>
              <a:avLst/>
              <a:gdLst/>
              <a:ahLst/>
              <a:cxnLst/>
              <a:rect l="l" t="t" r="r" b="b"/>
              <a:pathLst>
                <a:path w="17327880" h="9338945">
                  <a:moveTo>
                    <a:pt x="17327852" y="9338800"/>
                  </a:moveTo>
                  <a:lnTo>
                    <a:pt x="0" y="9338800"/>
                  </a:lnTo>
                  <a:lnTo>
                    <a:pt x="0" y="0"/>
                  </a:lnTo>
                  <a:lnTo>
                    <a:pt x="17327852" y="0"/>
                  </a:lnTo>
                  <a:lnTo>
                    <a:pt x="17327852" y="9338800"/>
                  </a:lnTo>
                  <a:close/>
                </a:path>
              </a:pathLst>
            </a:custGeom>
            <a:solidFill>
              <a:srgbClr val="FFFDF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459409" y="1060512"/>
              <a:ext cx="3364229" cy="3522345"/>
            </a:xfrm>
            <a:custGeom>
              <a:avLst/>
              <a:gdLst/>
              <a:ahLst/>
              <a:cxnLst/>
              <a:rect l="l" t="t" r="r" b="b"/>
              <a:pathLst>
                <a:path w="3364229" h="3522345">
                  <a:moveTo>
                    <a:pt x="704837" y="1973440"/>
                  </a:moveTo>
                  <a:lnTo>
                    <a:pt x="697649" y="1928888"/>
                  </a:lnTo>
                  <a:lnTo>
                    <a:pt x="677633" y="1890191"/>
                  </a:lnTo>
                  <a:lnTo>
                    <a:pt x="647115" y="1859673"/>
                  </a:lnTo>
                  <a:lnTo>
                    <a:pt x="608418" y="1839658"/>
                  </a:lnTo>
                  <a:lnTo>
                    <a:pt x="563867" y="1832470"/>
                  </a:lnTo>
                  <a:lnTo>
                    <a:pt x="140970" y="1832470"/>
                  </a:lnTo>
                  <a:lnTo>
                    <a:pt x="96418" y="1839658"/>
                  </a:lnTo>
                  <a:lnTo>
                    <a:pt x="57721" y="1859673"/>
                  </a:lnTo>
                  <a:lnTo>
                    <a:pt x="27203" y="1890191"/>
                  </a:lnTo>
                  <a:lnTo>
                    <a:pt x="7188" y="1928888"/>
                  </a:lnTo>
                  <a:lnTo>
                    <a:pt x="0" y="1973440"/>
                  </a:lnTo>
                  <a:lnTo>
                    <a:pt x="0" y="3312579"/>
                  </a:lnTo>
                  <a:lnTo>
                    <a:pt x="7188" y="3357130"/>
                  </a:lnTo>
                  <a:lnTo>
                    <a:pt x="27203" y="3395827"/>
                  </a:lnTo>
                  <a:lnTo>
                    <a:pt x="57721" y="3426345"/>
                  </a:lnTo>
                  <a:lnTo>
                    <a:pt x="96418" y="3446361"/>
                  </a:lnTo>
                  <a:lnTo>
                    <a:pt x="140970" y="3453549"/>
                  </a:lnTo>
                  <a:lnTo>
                    <a:pt x="563867" y="3453549"/>
                  </a:lnTo>
                  <a:lnTo>
                    <a:pt x="608418" y="3446361"/>
                  </a:lnTo>
                  <a:lnTo>
                    <a:pt x="647115" y="3426345"/>
                  </a:lnTo>
                  <a:lnTo>
                    <a:pt x="677633" y="3395827"/>
                  </a:lnTo>
                  <a:lnTo>
                    <a:pt x="697649" y="3357130"/>
                  </a:lnTo>
                  <a:lnTo>
                    <a:pt x="704837" y="3312579"/>
                  </a:lnTo>
                  <a:lnTo>
                    <a:pt x="704837" y="1973440"/>
                  </a:lnTo>
                  <a:close/>
                </a:path>
                <a:path w="3364229" h="3522345">
                  <a:moveTo>
                    <a:pt x="3363887" y="2260803"/>
                  </a:moveTo>
                  <a:lnTo>
                    <a:pt x="3354387" y="2220557"/>
                  </a:lnTo>
                  <a:lnTo>
                    <a:pt x="3331108" y="2174837"/>
                  </a:lnTo>
                  <a:lnTo>
                    <a:pt x="3272421" y="2078012"/>
                  </a:lnTo>
                  <a:lnTo>
                    <a:pt x="3251631" y="2032444"/>
                  </a:lnTo>
                  <a:lnTo>
                    <a:pt x="3246285" y="1992439"/>
                  </a:lnTo>
                  <a:lnTo>
                    <a:pt x="3261080" y="1954911"/>
                  </a:lnTo>
                  <a:lnTo>
                    <a:pt x="3289909" y="1913382"/>
                  </a:lnTo>
                  <a:lnTo>
                    <a:pt x="3323069" y="1870481"/>
                  </a:lnTo>
                  <a:lnTo>
                    <a:pt x="3350895" y="1828850"/>
                  </a:lnTo>
                  <a:lnTo>
                    <a:pt x="3363709" y="1791131"/>
                  </a:lnTo>
                  <a:lnTo>
                    <a:pt x="3360509" y="1752511"/>
                  </a:lnTo>
                  <a:lnTo>
                    <a:pt x="3347859" y="1708607"/>
                  </a:lnTo>
                  <a:lnTo>
                    <a:pt x="3327374" y="1661629"/>
                  </a:lnTo>
                  <a:lnTo>
                    <a:pt x="3300615" y="1613789"/>
                  </a:lnTo>
                  <a:lnTo>
                    <a:pt x="3269208" y="1567281"/>
                  </a:lnTo>
                  <a:lnTo>
                    <a:pt x="3234740" y="1524317"/>
                  </a:lnTo>
                  <a:lnTo>
                    <a:pt x="3198787" y="1487119"/>
                  </a:lnTo>
                  <a:lnTo>
                    <a:pt x="3162960" y="1457883"/>
                  </a:lnTo>
                  <a:lnTo>
                    <a:pt x="3128861" y="1438821"/>
                  </a:lnTo>
                  <a:lnTo>
                    <a:pt x="2915005" y="1406982"/>
                  </a:lnTo>
                  <a:lnTo>
                    <a:pt x="2596489" y="1398409"/>
                  </a:lnTo>
                  <a:lnTo>
                    <a:pt x="2307183" y="1401648"/>
                  </a:lnTo>
                  <a:lnTo>
                    <a:pt x="2180996" y="1405267"/>
                  </a:lnTo>
                  <a:lnTo>
                    <a:pt x="2168728" y="1373378"/>
                  </a:lnTo>
                  <a:lnTo>
                    <a:pt x="2164448" y="1336243"/>
                  </a:lnTo>
                  <a:lnTo>
                    <a:pt x="2167153" y="1294714"/>
                  </a:lnTo>
                  <a:lnTo>
                    <a:pt x="2175878" y="1249654"/>
                  </a:lnTo>
                  <a:lnTo>
                    <a:pt x="2189645" y="1201915"/>
                  </a:lnTo>
                  <a:lnTo>
                    <a:pt x="2207463" y="1152334"/>
                  </a:lnTo>
                  <a:lnTo>
                    <a:pt x="2228342" y="1101763"/>
                  </a:lnTo>
                  <a:lnTo>
                    <a:pt x="2251329" y="1051064"/>
                  </a:lnTo>
                  <a:lnTo>
                    <a:pt x="2275408" y="1001064"/>
                  </a:lnTo>
                  <a:lnTo>
                    <a:pt x="2344521" y="863866"/>
                  </a:lnTo>
                  <a:lnTo>
                    <a:pt x="2363228" y="825220"/>
                  </a:lnTo>
                  <a:lnTo>
                    <a:pt x="2395220" y="745261"/>
                  </a:lnTo>
                  <a:lnTo>
                    <a:pt x="2409202" y="697306"/>
                  </a:lnTo>
                  <a:lnTo>
                    <a:pt x="2420099" y="648131"/>
                  </a:lnTo>
                  <a:lnTo>
                    <a:pt x="2427922" y="598195"/>
                  </a:lnTo>
                  <a:lnTo>
                    <a:pt x="2432697" y="547941"/>
                  </a:lnTo>
                  <a:lnTo>
                    <a:pt x="2434437" y="497827"/>
                  </a:lnTo>
                  <a:lnTo>
                    <a:pt x="2433142" y="448284"/>
                  </a:lnTo>
                  <a:lnTo>
                    <a:pt x="2428837" y="399770"/>
                  </a:lnTo>
                  <a:lnTo>
                    <a:pt x="2421521" y="352742"/>
                  </a:lnTo>
                  <a:lnTo>
                    <a:pt x="2411234" y="307632"/>
                  </a:lnTo>
                  <a:lnTo>
                    <a:pt x="2397963" y="264909"/>
                  </a:lnTo>
                  <a:lnTo>
                    <a:pt x="2381732" y="225018"/>
                  </a:lnTo>
                  <a:lnTo>
                    <a:pt x="2362568" y="188391"/>
                  </a:lnTo>
                  <a:lnTo>
                    <a:pt x="2340470" y="155498"/>
                  </a:lnTo>
                  <a:lnTo>
                    <a:pt x="2301329" y="111506"/>
                  </a:lnTo>
                  <a:lnTo>
                    <a:pt x="2258225" y="75323"/>
                  </a:lnTo>
                  <a:lnTo>
                    <a:pt x="2212733" y="46621"/>
                  </a:lnTo>
                  <a:lnTo>
                    <a:pt x="2166467" y="25069"/>
                  </a:lnTo>
                  <a:lnTo>
                    <a:pt x="2121014" y="10337"/>
                  </a:lnTo>
                  <a:lnTo>
                    <a:pt x="2077961" y="2095"/>
                  </a:lnTo>
                  <a:lnTo>
                    <a:pt x="2038908" y="0"/>
                  </a:lnTo>
                  <a:lnTo>
                    <a:pt x="2005457" y="3721"/>
                  </a:lnTo>
                  <a:lnTo>
                    <a:pt x="1979193" y="12941"/>
                  </a:lnTo>
                  <a:lnTo>
                    <a:pt x="1961705" y="27305"/>
                  </a:lnTo>
                  <a:lnTo>
                    <a:pt x="1954606" y="46494"/>
                  </a:lnTo>
                  <a:lnTo>
                    <a:pt x="1948205" y="133350"/>
                  </a:lnTo>
                  <a:lnTo>
                    <a:pt x="1940636" y="213652"/>
                  </a:lnTo>
                  <a:lnTo>
                    <a:pt x="1931924" y="287731"/>
                  </a:lnTo>
                  <a:lnTo>
                    <a:pt x="1922081" y="355917"/>
                  </a:lnTo>
                  <a:lnTo>
                    <a:pt x="1911172" y="418528"/>
                  </a:lnTo>
                  <a:lnTo>
                    <a:pt x="1899196" y="475881"/>
                  </a:lnTo>
                  <a:lnTo>
                    <a:pt x="1886204" y="528294"/>
                  </a:lnTo>
                  <a:lnTo>
                    <a:pt x="1872234" y="576097"/>
                  </a:lnTo>
                  <a:lnTo>
                    <a:pt x="1857286" y="619620"/>
                  </a:lnTo>
                  <a:lnTo>
                    <a:pt x="1841423" y="659155"/>
                  </a:lnTo>
                  <a:lnTo>
                    <a:pt x="1824659" y="695045"/>
                  </a:lnTo>
                  <a:lnTo>
                    <a:pt x="1788579" y="757174"/>
                  </a:lnTo>
                  <a:lnTo>
                    <a:pt x="1749272" y="808570"/>
                  </a:lnTo>
                  <a:lnTo>
                    <a:pt x="1707007" y="851789"/>
                  </a:lnTo>
                  <a:lnTo>
                    <a:pt x="1619084" y="922883"/>
                  </a:lnTo>
                  <a:lnTo>
                    <a:pt x="1578686" y="956398"/>
                  </a:lnTo>
                  <a:lnTo>
                    <a:pt x="1541526" y="991412"/>
                  </a:lnTo>
                  <a:lnTo>
                    <a:pt x="1508315" y="1029398"/>
                  </a:lnTo>
                  <a:lnTo>
                    <a:pt x="1479765" y="1071803"/>
                  </a:lnTo>
                  <a:lnTo>
                    <a:pt x="1456575" y="1120101"/>
                  </a:lnTo>
                  <a:lnTo>
                    <a:pt x="1419618" y="1211834"/>
                  </a:lnTo>
                  <a:lnTo>
                    <a:pt x="1383639" y="1296492"/>
                  </a:lnTo>
                  <a:lnTo>
                    <a:pt x="1348663" y="1374330"/>
                  </a:lnTo>
                  <a:lnTo>
                    <a:pt x="1314678" y="1445615"/>
                  </a:lnTo>
                  <a:lnTo>
                    <a:pt x="1281709" y="1510601"/>
                  </a:lnTo>
                  <a:lnTo>
                    <a:pt x="1249768" y="1569529"/>
                  </a:lnTo>
                  <a:lnTo>
                    <a:pt x="1218857" y="1622679"/>
                  </a:lnTo>
                  <a:lnTo>
                    <a:pt x="1188999" y="1670278"/>
                  </a:lnTo>
                  <a:lnTo>
                    <a:pt x="1160183" y="1712607"/>
                  </a:lnTo>
                  <a:lnTo>
                    <a:pt x="1132446" y="1749907"/>
                  </a:lnTo>
                  <a:lnTo>
                    <a:pt x="1105789" y="1782445"/>
                  </a:lnTo>
                  <a:lnTo>
                    <a:pt x="1055763" y="1834235"/>
                  </a:lnTo>
                  <a:lnTo>
                    <a:pt x="1010170" y="1870024"/>
                  </a:lnTo>
                  <a:lnTo>
                    <a:pt x="969124" y="1891868"/>
                  </a:lnTo>
                  <a:lnTo>
                    <a:pt x="916254" y="1902955"/>
                  </a:lnTo>
                  <a:lnTo>
                    <a:pt x="845769" y="1902955"/>
                  </a:lnTo>
                  <a:lnTo>
                    <a:pt x="845769" y="3347821"/>
                  </a:lnTo>
                  <a:lnTo>
                    <a:pt x="1585658" y="3485438"/>
                  </a:lnTo>
                  <a:lnTo>
                    <a:pt x="1733715" y="3497669"/>
                  </a:lnTo>
                  <a:lnTo>
                    <a:pt x="2081098" y="3518039"/>
                  </a:lnTo>
                  <a:lnTo>
                    <a:pt x="2482723" y="3522116"/>
                  </a:lnTo>
                  <a:lnTo>
                    <a:pt x="2793466" y="3485438"/>
                  </a:lnTo>
                  <a:lnTo>
                    <a:pt x="2830322" y="3470389"/>
                  </a:lnTo>
                  <a:lnTo>
                    <a:pt x="2871190" y="3446945"/>
                  </a:lnTo>
                  <a:lnTo>
                    <a:pt x="2913900" y="3416960"/>
                  </a:lnTo>
                  <a:lnTo>
                    <a:pt x="2956255" y="3382276"/>
                  </a:lnTo>
                  <a:lnTo>
                    <a:pt x="2996095" y="3344761"/>
                  </a:lnTo>
                  <a:lnTo>
                    <a:pt x="3031223" y="3306280"/>
                  </a:lnTo>
                  <a:lnTo>
                    <a:pt x="3059455" y="3268662"/>
                  </a:lnTo>
                  <a:lnTo>
                    <a:pt x="3078632" y="3233788"/>
                  </a:lnTo>
                  <a:lnTo>
                    <a:pt x="3086519" y="3149269"/>
                  </a:lnTo>
                  <a:lnTo>
                    <a:pt x="3084842" y="3098965"/>
                  </a:lnTo>
                  <a:lnTo>
                    <a:pt x="3086150" y="3052216"/>
                  </a:lnTo>
                  <a:lnTo>
                    <a:pt x="3095485" y="3015704"/>
                  </a:lnTo>
                  <a:lnTo>
                    <a:pt x="3117812" y="2983763"/>
                  </a:lnTo>
                  <a:lnTo>
                    <a:pt x="3149930" y="2949791"/>
                  </a:lnTo>
                  <a:lnTo>
                    <a:pt x="3186988" y="2913951"/>
                  </a:lnTo>
                  <a:lnTo>
                    <a:pt x="3224187" y="2876435"/>
                  </a:lnTo>
                  <a:lnTo>
                    <a:pt x="3256711" y="2837434"/>
                  </a:lnTo>
                  <a:lnTo>
                    <a:pt x="3279724" y="2797124"/>
                  </a:lnTo>
                  <a:lnTo>
                    <a:pt x="3288436" y="2755696"/>
                  </a:lnTo>
                  <a:lnTo>
                    <a:pt x="3282378" y="2717050"/>
                  </a:lnTo>
                  <a:lnTo>
                    <a:pt x="3267468" y="2672740"/>
                  </a:lnTo>
                  <a:lnTo>
                    <a:pt x="3229826" y="2578493"/>
                  </a:lnTo>
                  <a:lnTo>
                    <a:pt x="3216440" y="2534221"/>
                  </a:lnTo>
                  <a:lnTo>
                    <a:pt x="3212909" y="2495651"/>
                  </a:lnTo>
                  <a:lnTo>
                    <a:pt x="3226143" y="2458910"/>
                  </a:lnTo>
                  <a:lnTo>
                    <a:pt x="3254692" y="2419312"/>
                  </a:lnTo>
                  <a:lnTo>
                    <a:pt x="3326117" y="2337206"/>
                  </a:lnTo>
                  <a:lnTo>
                    <a:pt x="3353155" y="2297569"/>
                  </a:lnTo>
                  <a:lnTo>
                    <a:pt x="3363887" y="2260803"/>
                  </a:lnTo>
                  <a:close/>
                </a:path>
              </a:pathLst>
            </a:custGeom>
            <a:solidFill>
              <a:srgbClr val="FF31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677161" y="4727560"/>
            <a:ext cx="8933815" cy="33972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43355" marR="5080" indent="-1431290">
              <a:lnSpc>
                <a:spcPct val="116399"/>
              </a:lnSpc>
              <a:spcBef>
                <a:spcPts val="105"/>
              </a:spcBef>
            </a:pPr>
            <a:r>
              <a:rPr sz="9500" b="1" spc="370" dirty="0">
                <a:latin typeface="Trebuchet MS"/>
                <a:cs typeface="Trebuchet MS"/>
              </a:rPr>
              <a:t>Merci</a:t>
            </a:r>
            <a:r>
              <a:rPr sz="9500" b="1" spc="120" dirty="0">
                <a:latin typeface="Trebuchet MS"/>
                <a:cs typeface="Trebuchet MS"/>
              </a:rPr>
              <a:t> </a:t>
            </a:r>
            <a:r>
              <a:rPr sz="9500" b="1" spc="425" dirty="0">
                <a:latin typeface="Trebuchet MS"/>
                <a:cs typeface="Trebuchet MS"/>
              </a:rPr>
              <a:t>De</a:t>
            </a:r>
            <a:r>
              <a:rPr sz="9500" b="1" spc="120" dirty="0">
                <a:latin typeface="Trebuchet MS"/>
                <a:cs typeface="Trebuchet MS"/>
              </a:rPr>
              <a:t> </a:t>
            </a:r>
            <a:r>
              <a:rPr sz="9500" b="1" spc="114" dirty="0">
                <a:latin typeface="Trebuchet MS"/>
                <a:cs typeface="Trebuchet MS"/>
              </a:rPr>
              <a:t>Votre </a:t>
            </a:r>
            <a:r>
              <a:rPr sz="9500" b="1" dirty="0">
                <a:latin typeface="Trebuchet MS"/>
                <a:cs typeface="Trebuchet MS"/>
              </a:rPr>
              <a:t>Attention</a:t>
            </a:r>
            <a:r>
              <a:rPr sz="9500" b="1" spc="-570" dirty="0">
                <a:latin typeface="Trebuchet MS"/>
                <a:cs typeface="Trebuchet MS"/>
              </a:rPr>
              <a:t> </a:t>
            </a:r>
            <a:r>
              <a:rPr sz="9500" b="1" spc="-645" dirty="0">
                <a:latin typeface="Trebuchet MS"/>
                <a:cs typeface="Trebuchet MS"/>
              </a:rPr>
              <a:t>!</a:t>
            </a:r>
            <a:endParaRPr sz="95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372</Words>
  <Application>Microsoft Office PowerPoint</Application>
  <PresentationFormat>Personnalisé</PresentationFormat>
  <Paragraphs>45</Paragraphs>
  <Slides>38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3" baseType="lpstr">
      <vt:lpstr>Arial</vt:lpstr>
      <vt:lpstr>Tahoma</vt:lpstr>
      <vt:lpstr>Trebuchet MS</vt:lpstr>
      <vt:lpstr>Verdana</vt:lpstr>
      <vt:lpstr>Office Theme</vt:lpstr>
      <vt:lpstr>P R E S E N TAT I O N  D E  P R O J ET</vt:lpstr>
      <vt:lpstr>INTRODUCTION</vt:lpstr>
      <vt:lpstr>PLAN</vt:lpstr>
      <vt:lpstr>CONTEXTE GÉNÉRAL DU PROJET</vt:lpstr>
      <vt:lpstr>PROJET</vt:lpstr>
      <vt:lpstr>OBJECTIF</vt:lpstr>
      <vt:lpstr>CONCEPTION</vt:lpstr>
      <vt:lpstr>CONECPTION</vt:lpstr>
      <vt:lpstr>CONECPTION</vt:lpstr>
      <vt:lpstr>IMPLÉMENTATION</vt:lpstr>
      <vt:lpstr>IMPLÉMENTATION</vt:lpstr>
      <vt:lpstr>IMPLÉMENTATION</vt:lpstr>
      <vt:lpstr>PRÉSENTATION DE L’APPLICATION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Merci De Votre Attention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PRESENTATION DE STAGE</dc:title>
  <dc:creator>adnane bm</dc:creator>
  <cp:keywords>DAGFzCml0So,BAE4LzUfOhM</cp:keywords>
  <cp:lastModifiedBy>adnane 22</cp:lastModifiedBy>
  <cp:revision>1</cp:revision>
  <dcterms:created xsi:type="dcterms:W3CDTF">2024-05-20T21:29:02Z</dcterms:created>
  <dcterms:modified xsi:type="dcterms:W3CDTF">2024-05-20T21:40:36Z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2024-05-20T00:00:00Z</vt:filetime>
  </property>
  <property fmtid="{D5CDD505-2E9C-101B-9397-08002B2CF9AE}" pid="3" name="Creator">
    <vt:lpwstr>Canva</vt:lpwstr>
  </property>
  <property fmtid="{D5CDD505-2E9C-101B-9397-08002B2CF9AE}" pid="4" name="LastSaved">
    <vt:filetime>2024-05-20T00:00:00Z</vt:filetime>
  </property>
  <property fmtid="{D5CDD505-2E9C-101B-9397-08002B2CF9AE}" pid="5" name="Producer">
    <vt:lpwstr>Canva</vt:lpwstr>
  </property>
</Properties>
</file>